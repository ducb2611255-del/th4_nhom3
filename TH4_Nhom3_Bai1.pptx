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8">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 roundtripDataSignature="AMtx7mgt89nl1THmVXg9UIsSYygn4aWxS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58" y="84"/>
      </p:cViewPr>
      <p:guideLst>
        <p:guide orient="horz" pos="2160"/>
        <p:guide pos="38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1596707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1756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3208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0024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4138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798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1500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3278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722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782955" y="353060"/>
            <a:ext cx="10396855" cy="2603500"/>
          </a:xfrm>
          <a:prstGeom prst="rect">
            <a:avLst/>
          </a:prstGeom>
          <a:noFill/>
          <a:ln>
            <a:noFill/>
          </a:ln>
        </p:spPr>
        <p:txBody>
          <a:bodyPr spcFirstLastPara="1" wrap="square" lIns="90000" tIns="46800" rIns="90000" bIns="46800" anchor="b" anchorCtr="0">
            <a:normAutofit/>
          </a:bodyPr>
          <a:lstStyle>
            <a:lvl1pPr lvl="0" algn="ctr">
              <a:lnSpc>
                <a:spcPct val="100000"/>
              </a:lnSpc>
              <a:spcBef>
                <a:spcPts val="0"/>
              </a:spcBef>
              <a:spcAft>
                <a:spcPts val="0"/>
              </a:spcAft>
              <a:buClr>
                <a:srgbClr val="986633"/>
              </a:buClr>
              <a:buSzPts val="5000"/>
              <a:buNone/>
              <a:defRPr sz="5000" b="1">
                <a:solidFill>
                  <a:srgbClr val="9866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782955" y="3035935"/>
            <a:ext cx="9799320" cy="2015490"/>
          </a:xfrm>
          <a:prstGeom prst="rect">
            <a:avLst/>
          </a:prstGeom>
          <a:noFill/>
          <a:ln>
            <a:noFill/>
          </a:ln>
        </p:spPr>
        <p:txBody>
          <a:bodyPr spcFirstLastPara="1" wrap="square" lIns="90000" tIns="46800" rIns="90000" bIns="46800" anchor="t" anchorCtr="0">
            <a:normAutofit/>
          </a:bodyPr>
          <a:lstStyle>
            <a:lvl1pPr lvl="0" algn="ctr">
              <a:lnSpc>
                <a:spcPct val="110000"/>
              </a:lnSpc>
              <a:spcBef>
                <a:spcPts val="0"/>
              </a:spcBef>
              <a:spcAft>
                <a:spcPts val="0"/>
              </a:spcAft>
              <a:buClr>
                <a:schemeClr val="dk1"/>
              </a:buClr>
              <a:buSzPts val="3200"/>
              <a:buNone/>
              <a:defRPr sz="3200" spc="200">
                <a:solidFill>
                  <a:schemeClr val="dk1"/>
                </a:solidFill>
                <a:latin typeface="Times New Roman"/>
                <a:ea typeface="Times New Roman"/>
                <a:cs typeface="Times New Roman"/>
                <a:sym typeface="Times New Roman"/>
              </a:defRPr>
            </a:lvl1pPr>
            <a:lvl2pPr lvl="1" algn="ctr">
              <a:lnSpc>
                <a:spcPct val="120000"/>
              </a:lnSpc>
              <a:spcBef>
                <a:spcPts val="1000"/>
              </a:spcBef>
              <a:spcAft>
                <a:spcPts val="0"/>
              </a:spcAft>
              <a:buClr>
                <a:schemeClr val="dk1"/>
              </a:buClr>
              <a:buSzPts val="2000"/>
              <a:buNone/>
              <a:defRPr sz="2000"/>
            </a:lvl2pPr>
            <a:lvl3pPr lvl="2" algn="ctr">
              <a:lnSpc>
                <a:spcPct val="120000"/>
              </a:lnSpc>
              <a:spcBef>
                <a:spcPts val="600"/>
              </a:spcBef>
              <a:spcAft>
                <a:spcPts val="0"/>
              </a:spcAft>
              <a:buClr>
                <a:schemeClr val="dk1"/>
              </a:buClr>
              <a:buSzPts val="1800"/>
              <a:buNone/>
              <a:defRPr sz="1800"/>
            </a:lvl3pPr>
            <a:lvl4pPr lvl="3" algn="ctr">
              <a:lnSpc>
                <a:spcPct val="120000"/>
              </a:lnSpc>
              <a:spcBef>
                <a:spcPts val="600"/>
              </a:spcBef>
              <a:spcAft>
                <a:spcPts val="0"/>
              </a:spcAft>
              <a:buClr>
                <a:schemeClr val="dk1"/>
              </a:buClr>
              <a:buSzPts val="1600"/>
              <a:buNone/>
              <a:defRPr sz="1600"/>
            </a:lvl4pPr>
            <a:lvl5pPr lvl="4" algn="ctr">
              <a:lnSpc>
                <a:spcPct val="120000"/>
              </a:lnSpc>
              <a:spcBef>
                <a:spcPts val="3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1"/>
          <p:cNvSpPr txBox="1">
            <a:spLocks noGrp="1"/>
          </p:cNvSpPr>
          <p:nvPr>
            <p:ph type="title"/>
          </p:nvPr>
        </p:nvSpPr>
        <p:spPr>
          <a:xfrm>
            <a:off x="608330" y="608330"/>
            <a:ext cx="6285865" cy="705485"/>
          </a:xfrm>
          <a:prstGeom prst="rect">
            <a:avLst/>
          </a:prstGeom>
          <a:noFill/>
          <a:ln>
            <a:noFill/>
          </a:ln>
        </p:spPr>
        <p:txBody>
          <a:bodyPr spcFirstLastPara="1" wrap="square" lIns="90000" tIns="46800" rIns="90000" bIns="46800" anchor="ctr" anchorCtr="0">
            <a:normAutofit/>
          </a:bodyPr>
          <a:lstStyle>
            <a:lvl1pPr lvl="0" algn="ctr">
              <a:lnSpc>
                <a:spcPct val="100000"/>
              </a:lnSpc>
              <a:spcBef>
                <a:spcPts val="0"/>
              </a:spcBef>
              <a:spcAft>
                <a:spcPts val="0"/>
              </a:spcAft>
              <a:buClr>
                <a:srgbClr val="99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1"/>
          <p:cNvSpPr txBox="1">
            <a:spLocks noGrp="1"/>
          </p:cNvSpPr>
          <p:nvPr>
            <p:ph type="body" idx="1"/>
          </p:nvPr>
        </p:nvSpPr>
        <p:spPr>
          <a:xfrm>
            <a:off x="608330" y="1490345"/>
            <a:ext cx="10968990" cy="3282950"/>
          </a:xfrm>
          <a:prstGeom prst="rect">
            <a:avLst/>
          </a:prstGeom>
          <a:noFill/>
          <a:ln>
            <a:noFill/>
          </a:ln>
        </p:spPr>
        <p:txBody>
          <a:bodyPr spcFirstLastPara="1" wrap="square" lIns="90000" tIns="46800" rIns="90000" bIns="46800" anchor="t" anchorCtr="0">
            <a:normAutofit/>
          </a:bodyPr>
          <a:lstStyle>
            <a:lvl1pPr marL="457200" lvl="0" indent="-228600" algn="l">
              <a:lnSpc>
                <a:spcPct val="130000"/>
              </a:lnSpc>
              <a:spcBef>
                <a:spcPts val="0"/>
              </a:spcBef>
              <a:spcAft>
                <a:spcPts val="0"/>
              </a:spcAft>
              <a:buClr>
                <a:schemeClr val="dk1"/>
              </a:buClr>
              <a:buSzPts val="2400"/>
              <a:buFont typeface="Arial"/>
              <a:buNone/>
              <a:defRPr sz="2400"/>
            </a:lvl1pPr>
            <a:lvl2pPr marL="914400" lvl="1" indent="-228600" algn="l">
              <a:lnSpc>
                <a:spcPct val="120000"/>
              </a:lnSpc>
              <a:spcBef>
                <a:spcPts val="1000"/>
              </a:spcBef>
              <a:spcAft>
                <a:spcPts val="0"/>
              </a:spcAft>
              <a:buClr>
                <a:schemeClr val="dk1"/>
              </a:buClr>
              <a:buSzPts val="1800"/>
              <a:buNone/>
              <a:defRPr/>
            </a:lvl2pPr>
            <a:lvl3pPr marL="1371600" lvl="2" indent="-228600" algn="l">
              <a:lnSpc>
                <a:spcPct val="120000"/>
              </a:lnSpc>
              <a:spcBef>
                <a:spcPts val="600"/>
              </a:spcBef>
              <a:spcAft>
                <a:spcPts val="0"/>
              </a:spcAft>
              <a:buClr>
                <a:schemeClr val="dk1"/>
              </a:buClr>
              <a:buSzPts val="1800"/>
              <a:buNone/>
              <a:defRPr/>
            </a:lvl3pPr>
            <a:lvl4pPr marL="1828800" lvl="3" indent="-228600" algn="l">
              <a:lnSpc>
                <a:spcPct val="120000"/>
              </a:lnSpc>
              <a:spcBef>
                <a:spcPts val="600"/>
              </a:spcBef>
              <a:spcAft>
                <a:spcPts val="0"/>
              </a:spcAft>
              <a:buClr>
                <a:schemeClr val="dk1"/>
              </a:buClr>
              <a:buSzPts val="1800"/>
              <a:buNone/>
              <a:defRPr/>
            </a:lvl4pPr>
            <a:lvl5pPr marL="2286000" lvl="4" indent="-228600" algn="l">
              <a:lnSpc>
                <a:spcPct val="120000"/>
              </a:lnSpc>
              <a:spcBef>
                <a:spcPts val="3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228600" algn="just">
              <a:lnSpc>
                <a:spcPct val="90000"/>
              </a:lnSpc>
              <a:spcBef>
                <a:spcPts val="500"/>
              </a:spcBef>
              <a:spcAft>
                <a:spcPts val="0"/>
              </a:spcAft>
              <a:buClr>
                <a:schemeClr val="dk1"/>
              </a:buClr>
              <a:buSzPts val="1800"/>
              <a:buNone/>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1"/>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1"/>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1"/>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1438275" y="496570"/>
            <a:ext cx="5376545" cy="1473200"/>
          </a:xfrm>
          <a:prstGeom prst="rect">
            <a:avLst/>
          </a:prstGeom>
          <a:noFill/>
          <a:ln>
            <a:noFill/>
          </a:ln>
        </p:spPr>
        <p:txBody>
          <a:bodyPr spcFirstLastPara="1" wrap="square" lIns="90000" tIns="46800" rIns="90000" bIns="46800" anchor="b" anchorCtr="0">
            <a:normAutofit/>
          </a:bodyPr>
          <a:lstStyle>
            <a:lvl1pPr lvl="0" algn="ctr">
              <a:lnSpc>
                <a:spcPct val="100000"/>
              </a:lnSpc>
              <a:spcBef>
                <a:spcPts val="0"/>
              </a:spcBef>
              <a:spcAft>
                <a:spcPts val="0"/>
              </a:spcAft>
              <a:buClr>
                <a:srgbClr val="996633"/>
              </a:buClr>
              <a:buSzPts val="4400"/>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2"/>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2"/>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28" name="Google Shape;28;p12"/>
          <p:cNvSpPr txBox="1"/>
          <p:nvPr/>
        </p:nvSpPr>
        <p:spPr>
          <a:xfrm>
            <a:off x="1438275" y="2148840"/>
            <a:ext cx="7272655" cy="3612515"/>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400"/>
              <a:buFont typeface="Arial"/>
              <a:buChar char="•"/>
            </a:pPr>
            <a:r>
              <a:rPr lang="vi-VN" sz="2400" b="0" i="0" u="none" strike="noStrike" cap="none">
                <a:solidFill>
                  <a:schemeClr val="dk1"/>
                </a:solidFill>
                <a:latin typeface="Times New Roman"/>
                <a:ea typeface="Times New Roman"/>
                <a:cs typeface="Times New Roman"/>
                <a:sym typeface="Times New Roman"/>
              </a:rPr>
              <a:t>Thu hút sự chú ý của người nghe</a:t>
            </a:r>
            <a:endParaRPr sz="2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400"/>
              <a:buFont typeface="Times New Roman"/>
              <a:buNone/>
            </a:pPr>
            <a:r>
              <a:rPr lang="vi-VN" sz="2400" b="0" i="0" u="none" strike="noStrike" cap="none">
                <a:solidFill>
                  <a:schemeClr val="dk1"/>
                </a:solidFill>
                <a:latin typeface="Times New Roman"/>
                <a:ea typeface="Times New Roman"/>
                <a:cs typeface="Times New Roman"/>
                <a:sym typeface="Times New Roman"/>
              </a:rPr>
              <a:t>  - </a:t>
            </a:r>
            <a:r>
              <a:rPr lang="vi-VN" sz="2400" b="0" i="0" u="sng" strike="noStrike" cap="none">
                <a:solidFill>
                  <a:schemeClr val="dk1"/>
                </a:solidFill>
                <a:latin typeface="Times New Roman"/>
                <a:ea typeface="Times New Roman"/>
                <a:cs typeface="Times New Roman"/>
                <a:sym typeface="Times New Roman"/>
                <a:hlinkClick r:id="rId2"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Sử dụng một đoạn trích dẫn</a:t>
            </a:r>
            <a:endParaRPr sz="2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400"/>
              <a:buFont typeface="Times New Roman"/>
              <a:buNone/>
            </a:pPr>
            <a:r>
              <a:rPr lang="vi-VN" sz="2400" b="0" i="0" u="none" strike="noStrike" cap="none">
                <a:solidFill>
                  <a:schemeClr val="dk1"/>
                </a:solidFill>
                <a:latin typeface="Times New Roman"/>
                <a:ea typeface="Times New Roman"/>
                <a:cs typeface="Times New Roman"/>
                <a:sym typeface="Times New Roman"/>
              </a:rPr>
              <a:t>  - Một câu hỏi</a:t>
            </a:r>
            <a:endParaRPr sz="2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400"/>
              <a:buFont typeface="Times New Roman"/>
              <a:buNone/>
            </a:pPr>
            <a:r>
              <a:rPr lang="vi-VN" sz="2400" b="0" i="0" u="none" strike="noStrike" cap="none">
                <a:solidFill>
                  <a:schemeClr val="dk1"/>
                </a:solidFill>
                <a:latin typeface="Times New Roman"/>
                <a:ea typeface="Times New Roman"/>
                <a:cs typeface="Times New Roman"/>
                <a:sym typeface="Times New Roman"/>
              </a:rPr>
              <a:t>  - Một lời hứa</a:t>
            </a:r>
            <a:endParaRPr sz="2400" b="0" i="0" u="none" strike="noStrike" cap="none">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400"/>
              <a:buFont typeface="Arial"/>
              <a:buChar char="•"/>
            </a:pPr>
            <a:r>
              <a:rPr lang="vi-VN" sz="2400" b="0" i="0" u="none" strike="noStrike" cap="none">
                <a:solidFill>
                  <a:schemeClr val="dk1"/>
                </a:solidFill>
                <a:latin typeface="Times New Roman"/>
                <a:ea typeface="Times New Roman"/>
                <a:cs typeface="Times New Roman"/>
                <a:sym typeface="Times New Roman"/>
              </a:rPr>
              <a:t>Tóm lược các nội dung liên quan</a:t>
            </a:r>
            <a:endParaRPr sz="2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400"/>
              <a:buFont typeface="Times New Roman"/>
              <a:buNone/>
            </a:pPr>
            <a:r>
              <a:rPr lang="vi-VN" sz="2400" b="0" i="0" u="none" strike="noStrike" cap="none">
                <a:solidFill>
                  <a:schemeClr val="dk1"/>
                </a:solidFill>
                <a:latin typeface="Times New Roman"/>
                <a:ea typeface="Times New Roman"/>
                <a:cs typeface="Times New Roman"/>
                <a:sym typeface="Times New Roman"/>
              </a:rPr>
              <a:t>  - Đã được trình bày</a:t>
            </a:r>
            <a:endParaRPr sz="24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400"/>
              <a:buFont typeface="Times New Roman"/>
              <a:buNone/>
            </a:pPr>
            <a:r>
              <a:rPr lang="vi-VN" sz="2400" b="0" i="0" u="none" strike="noStrike" cap="none">
                <a:solidFill>
                  <a:schemeClr val="dk1"/>
                </a:solidFill>
                <a:latin typeface="Times New Roman"/>
                <a:ea typeface="Times New Roman"/>
                <a:cs typeface="Times New Roman"/>
                <a:sym typeface="Times New Roman"/>
              </a:rPr>
              <a:t>  - Được đa số người nghe biết rõ</a:t>
            </a: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770255" y="684530"/>
            <a:ext cx="8609330" cy="705485"/>
          </a:xfrm>
          <a:prstGeom prst="rect">
            <a:avLst/>
          </a:prstGeom>
          <a:noFill/>
          <a:ln>
            <a:noFill/>
          </a:ln>
        </p:spPr>
        <p:txBody>
          <a:bodyPr spcFirstLastPara="1" wrap="square" lIns="90000" tIns="46800" rIns="90000" bIns="46800" anchor="ctr" anchorCtr="0">
            <a:normAutofit/>
          </a:bodyPr>
          <a:lstStyle>
            <a:lvl1pPr lvl="0" algn="ctr">
              <a:lnSpc>
                <a:spcPct val="100000"/>
              </a:lnSpc>
              <a:spcBef>
                <a:spcPts val="0"/>
              </a:spcBef>
              <a:spcAft>
                <a:spcPts val="0"/>
              </a:spcAft>
              <a:buClr>
                <a:srgbClr val="99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3"/>
          <p:cNvSpPr txBox="1">
            <a:spLocks noGrp="1"/>
          </p:cNvSpPr>
          <p:nvPr>
            <p:ph type="body" idx="1"/>
          </p:nvPr>
        </p:nvSpPr>
        <p:spPr>
          <a:xfrm>
            <a:off x="770255" y="1390015"/>
            <a:ext cx="8609330" cy="4748530"/>
          </a:xfrm>
          <a:prstGeom prst="rect">
            <a:avLst/>
          </a:prstGeom>
          <a:noFill/>
          <a:ln>
            <a:noFill/>
          </a:ln>
        </p:spPr>
        <p:txBody>
          <a:bodyPr spcFirstLastPara="1" wrap="square" lIns="90000" tIns="46800" rIns="90000" bIns="46800" anchor="t" anchorCtr="0">
            <a:normAutofit/>
          </a:bodyPr>
          <a:lstStyle>
            <a:lvl1pPr marL="457200" lvl="0" indent="-381000" algn="l">
              <a:lnSpc>
                <a:spcPct val="90000"/>
              </a:lnSpc>
              <a:spcBef>
                <a:spcPts val="0"/>
              </a:spcBef>
              <a:spcAft>
                <a:spcPts val="0"/>
              </a:spcAft>
              <a:buClr>
                <a:schemeClr val="dk1"/>
              </a:buClr>
              <a:buSzPts val="2400"/>
              <a:buFont typeface="Arial"/>
              <a:buChar char="•"/>
              <a:defRPr sz="2400" b="0" i="0"/>
            </a:lvl1pPr>
            <a:lvl2pPr marL="914400" lvl="1" indent="-228600" algn="l">
              <a:lnSpc>
                <a:spcPct val="120000"/>
              </a:lnSpc>
              <a:spcBef>
                <a:spcPts val="1000"/>
              </a:spcBef>
              <a:spcAft>
                <a:spcPts val="0"/>
              </a:spcAft>
              <a:buClr>
                <a:schemeClr val="dk1"/>
              </a:buClr>
              <a:buSzPts val="1800"/>
              <a:buNone/>
              <a:defRPr/>
            </a:lvl2pPr>
            <a:lvl3pPr marL="1371600" lvl="2" indent="-228600" algn="l">
              <a:lnSpc>
                <a:spcPct val="120000"/>
              </a:lnSpc>
              <a:spcBef>
                <a:spcPts val="600"/>
              </a:spcBef>
              <a:spcAft>
                <a:spcPts val="0"/>
              </a:spcAft>
              <a:buClr>
                <a:schemeClr val="dk1"/>
              </a:buClr>
              <a:buSzPts val="1800"/>
              <a:buNone/>
              <a:defRPr/>
            </a:lvl3pPr>
            <a:lvl4pPr marL="1828800" lvl="3" indent="-228600" algn="l">
              <a:lnSpc>
                <a:spcPct val="120000"/>
              </a:lnSpc>
              <a:spcBef>
                <a:spcPts val="600"/>
              </a:spcBef>
              <a:spcAft>
                <a:spcPts val="0"/>
              </a:spcAft>
              <a:buClr>
                <a:schemeClr val="dk1"/>
              </a:buClr>
              <a:buSzPts val="1800"/>
              <a:buNone/>
              <a:defRPr/>
            </a:lvl4pPr>
            <a:lvl5pPr marL="2286000" lvl="4" indent="-228600" algn="l">
              <a:lnSpc>
                <a:spcPct val="120000"/>
              </a:lnSpc>
              <a:spcBef>
                <a:spcPts val="3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228600" algn="just">
              <a:lnSpc>
                <a:spcPct val="90000"/>
              </a:lnSpc>
              <a:spcBef>
                <a:spcPts val="500"/>
              </a:spcBef>
              <a:spcAft>
                <a:spcPts val="0"/>
              </a:spcAft>
              <a:buClr>
                <a:schemeClr val="dk1"/>
              </a:buClr>
              <a:buSzPts val="1800"/>
              <a:buNone/>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3"/>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3"/>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3"/>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5"/>
        <p:cNvGrpSpPr/>
        <p:nvPr/>
      </p:nvGrpSpPr>
      <p:grpSpPr>
        <a:xfrm>
          <a:off x="0" y="0"/>
          <a:ext cx="0" cy="0"/>
          <a:chOff x="0" y="0"/>
          <a:chExt cx="0" cy="0"/>
        </a:xfrm>
      </p:grpSpPr>
      <p:sp>
        <p:nvSpPr>
          <p:cNvPr id="36" name="Google Shape;36;p14"/>
          <p:cNvSpPr txBox="1">
            <a:spLocks noGrp="1"/>
          </p:cNvSpPr>
          <p:nvPr>
            <p:ph type="title"/>
          </p:nvPr>
        </p:nvSpPr>
        <p:spPr>
          <a:xfrm>
            <a:off x="4116070" y="628650"/>
            <a:ext cx="9038590" cy="705485"/>
          </a:xfrm>
          <a:prstGeom prst="rect">
            <a:avLst/>
          </a:prstGeom>
          <a:noFill/>
          <a:ln>
            <a:noFill/>
          </a:ln>
        </p:spPr>
        <p:txBody>
          <a:bodyPr spcFirstLastPara="1" wrap="square" lIns="90000" tIns="46800" rIns="90000" bIns="46800" anchor="ctr" anchorCtr="0">
            <a:normAutofit/>
          </a:bodyPr>
          <a:lstStyle>
            <a:lvl1pPr lvl="0" algn="l">
              <a:lnSpc>
                <a:spcPct val="100000"/>
              </a:lnSpc>
              <a:spcBef>
                <a:spcPts val="0"/>
              </a:spcBef>
              <a:spcAft>
                <a:spcPts val="0"/>
              </a:spcAft>
              <a:buClr>
                <a:srgbClr val="996633"/>
              </a:buClr>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4"/>
          <p:cNvSpPr txBox="1">
            <a:spLocks noGrp="1"/>
          </p:cNvSpPr>
          <p:nvPr>
            <p:ph type="body" idx="1"/>
          </p:nvPr>
        </p:nvSpPr>
        <p:spPr>
          <a:xfrm>
            <a:off x="937895" y="1728470"/>
            <a:ext cx="10744835" cy="4395470"/>
          </a:xfrm>
          <a:prstGeom prst="rect">
            <a:avLst/>
          </a:prstGeom>
          <a:noFill/>
          <a:ln>
            <a:noFill/>
          </a:ln>
        </p:spPr>
        <p:txBody>
          <a:bodyPr spcFirstLastPara="1" wrap="square" lIns="101600" tIns="0" rIns="82550" bIns="0" anchor="t" anchorCtr="0">
            <a:normAutofit/>
          </a:bodyPr>
          <a:lstStyle>
            <a:lvl1pPr marL="457200" lvl="0" indent="-342900" algn="l">
              <a:lnSpc>
                <a:spcPct val="130000"/>
              </a:lnSpc>
              <a:spcBef>
                <a:spcPts val="0"/>
              </a:spcBef>
              <a:spcAft>
                <a:spcPts val="0"/>
              </a:spcAft>
              <a:buClr>
                <a:schemeClr val="dk1"/>
              </a:buClr>
              <a:buSzPts val="1800"/>
              <a:buChar char="●"/>
              <a:defRPr/>
            </a:lvl1pPr>
            <a:lvl2pPr marL="914400" lvl="1" indent="-406400" algn="l">
              <a:lnSpc>
                <a:spcPct val="90000"/>
              </a:lnSpc>
              <a:spcBef>
                <a:spcPts val="1000"/>
              </a:spcBef>
              <a:spcAft>
                <a:spcPts val="0"/>
              </a:spcAft>
              <a:buClr>
                <a:schemeClr val="dk1"/>
              </a:buClr>
              <a:buSzPts val="2800"/>
              <a:buFont typeface="Arial"/>
              <a:buChar char="•"/>
              <a:defRPr/>
            </a:lvl2pPr>
            <a:lvl3pPr marL="1371600" lvl="2" indent="-228600" algn="l">
              <a:lnSpc>
                <a:spcPct val="90000"/>
              </a:lnSpc>
              <a:spcBef>
                <a:spcPts val="600"/>
              </a:spcBef>
              <a:spcAft>
                <a:spcPts val="0"/>
              </a:spcAft>
              <a:buClr>
                <a:schemeClr val="dk1"/>
              </a:buClr>
              <a:buSzPts val="2400"/>
              <a:buNone/>
              <a:defRPr/>
            </a:lvl3pPr>
            <a:lvl4pPr marL="1828800" lvl="3" indent="-228600" algn="l">
              <a:lnSpc>
                <a:spcPct val="120000"/>
              </a:lnSpc>
              <a:spcBef>
                <a:spcPts val="600"/>
              </a:spcBef>
              <a:spcAft>
                <a:spcPts val="0"/>
              </a:spcAft>
              <a:buClr>
                <a:schemeClr val="dk1"/>
              </a:buClr>
              <a:buSzPts val="2400"/>
              <a:buNone/>
              <a:defRPr sz="2400"/>
            </a:lvl4pPr>
            <a:lvl5pPr marL="2286000" lvl="4" indent="-228600" algn="l">
              <a:lnSpc>
                <a:spcPct val="120000"/>
              </a:lnSpc>
              <a:spcBef>
                <a:spcPts val="3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228600" algn="just">
              <a:lnSpc>
                <a:spcPct val="90000"/>
              </a:lnSpc>
              <a:spcBef>
                <a:spcPts val="500"/>
              </a:spcBef>
              <a:spcAft>
                <a:spcPts val="0"/>
              </a:spcAft>
              <a:buClr>
                <a:schemeClr val="dk1"/>
              </a:buClr>
              <a:buSzPts val="1800"/>
              <a:buNone/>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4"/>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4"/>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414725" y="2490540"/>
            <a:ext cx="10969200" cy="705600"/>
          </a:xfrm>
          <a:prstGeom prst="rect">
            <a:avLst/>
          </a:prstGeom>
          <a:noFill/>
          <a:ln>
            <a:noFill/>
          </a:ln>
        </p:spPr>
        <p:txBody>
          <a:bodyPr spcFirstLastPara="1" wrap="square" lIns="90000" tIns="46800" rIns="90000" bIns="46800" anchor="ctr" anchorCtr="0">
            <a:normAutofit/>
          </a:bodyPr>
          <a:lstStyle>
            <a:lvl1pPr lvl="0" algn="ctr">
              <a:lnSpc>
                <a:spcPct val="100000"/>
              </a:lnSpc>
              <a:spcBef>
                <a:spcPts val="0"/>
              </a:spcBef>
              <a:spcAft>
                <a:spcPts val="0"/>
              </a:spcAft>
              <a:buClr>
                <a:srgbClr val="99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5"/>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5"/>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5"/>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16"/>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6"/>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50"/>
        <p:cNvGrpSpPr/>
        <p:nvPr/>
      </p:nvGrpSpPr>
      <p:grpSpPr>
        <a:xfrm>
          <a:off x="0" y="0"/>
          <a:ext cx="0" cy="0"/>
          <a:chOff x="0" y="0"/>
          <a:chExt cx="0" cy="0"/>
        </a:xfrm>
      </p:grpSpPr>
      <p:sp>
        <p:nvSpPr>
          <p:cNvPr id="51" name="Google Shape;51;p17"/>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54" name="Google Shape;54;p17"/>
          <p:cNvSpPr txBox="1">
            <a:spLocks noGrp="1"/>
          </p:cNvSpPr>
          <p:nvPr>
            <p:ph type="body" idx="1"/>
          </p:nvPr>
        </p:nvSpPr>
        <p:spPr>
          <a:xfrm>
            <a:off x="608400" y="774000"/>
            <a:ext cx="10972800" cy="5482800"/>
          </a:xfrm>
          <a:prstGeom prst="rect">
            <a:avLst/>
          </a:prstGeom>
          <a:noFill/>
          <a:ln>
            <a:noFill/>
          </a:ln>
        </p:spPr>
        <p:txBody>
          <a:bodyPr spcFirstLastPara="1" wrap="square" lIns="90000" tIns="46800" rIns="90000" bIns="46800" anchor="t" anchorCtr="0">
            <a:normAutofit/>
          </a:bodyPr>
          <a:lstStyle>
            <a:lvl1pPr marL="457200" lvl="0" indent="-342900" algn="l">
              <a:lnSpc>
                <a:spcPct val="130000"/>
              </a:lnSpc>
              <a:spcBef>
                <a:spcPts val="0"/>
              </a:spcBef>
              <a:spcAft>
                <a:spcPts val="0"/>
              </a:spcAft>
              <a:buClr>
                <a:schemeClr val="dk1"/>
              </a:buClr>
              <a:buSzPts val="1800"/>
              <a:buChar char="●"/>
              <a:defRPr/>
            </a:lvl1pPr>
            <a:lvl2pPr marL="914400" lvl="1" indent="-228600" algn="l">
              <a:lnSpc>
                <a:spcPct val="120000"/>
              </a:lnSpc>
              <a:spcBef>
                <a:spcPts val="1000"/>
              </a:spcBef>
              <a:spcAft>
                <a:spcPts val="0"/>
              </a:spcAft>
              <a:buClr>
                <a:srgbClr val="986633"/>
              </a:buClr>
              <a:buSzPts val="2800"/>
              <a:buNone/>
              <a:defRPr b="1">
                <a:solidFill>
                  <a:srgbClr val="986633"/>
                </a:solidFill>
              </a:defRPr>
            </a:lvl2pPr>
            <a:lvl3pPr marL="1371600" lvl="2" indent="-228600" algn="l">
              <a:lnSpc>
                <a:spcPct val="120000"/>
              </a:lnSpc>
              <a:spcBef>
                <a:spcPts val="600"/>
              </a:spcBef>
              <a:spcAft>
                <a:spcPts val="0"/>
              </a:spcAft>
              <a:buClr>
                <a:schemeClr val="dk1"/>
              </a:buClr>
              <a:buSzPts val="1800"/>
              <a:buNone/>
              <a:defRPr/>
            </a:lvl3pPr>
            <a:lvl4pPr marL="1828800" lvl="3" indent="-228600" algn="l">
              <a:lnSpc>
                <a:spcPct val="120000"/>
              </a:lnSpc>
              <a:spcBef>
                <a:spcPts val="600"/>
              </a:spcBef>
              <a:spcAft>
                <a:spcPts val="0"/>
              </a:spcAft>
              <a:buClr>
                <a:schemeClr val="dk1"/>
              </a:buClr>
              <a:buSzPts val="1800"/>
              <a:buNone/>
              <a:defRPr/>
            </a:lvl4pPr>
            <a:lvl5pPr marL="2286000" lvl="4" indent="-228600" algn="l">
              <a:lnSpc>
                <a:spcPct val="120000"/>
              </a:lnSpc>
              <a:spcBef>
                <a:spcPts val="3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228600" algn="just">
              <a:lnSpc>
                <a:spcPct val="90000"/>
              </a:lnSpc>
              <a:spcBef>
                <a:spcPts val="500"/>
              </a:spcBef>
              <a:spcAft>
                <a:spcPts val="0"/>
              </a:spcAft>
              <a:buClr>
                <a:schemeClr val="dk1"/>
              </a:buClr>
              <a:buSzPts val="1800"/>
              <a:buNone/>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st Slide">
  <p:cSld name="Last Slide">
    <p:spTree>
      <p:nvGrpSpPr>
        <p:cNvPr id="1" name="Shape 55"/>
        <p:cNvGrpSpPr/>
        <p:nvPr/>
      </p:nvGrpSpPr>
      <p:grpSpPr>
        <a:xfrm>
          <a:off x="0" y="0"/>
          <a:ext cx="0" cy="0"/>
          <a:chOff x="0" y="0"/>
          <a:chExt cx="0" cy="0"/>
        </a:xfrm>
      </p:grpSpPr>
      <p:sp>
        <p:nvSpPr>
          <p:cNvPr id="56" name="Google Shape;56;p18"/>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8"/>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59" name="Google Shape;59;p18"/>
          <p:cNvSpPr txBox="1">
            <a:spLocks noGrp="1"/>
          </p:cNvSpPr>
          <p:nvPr>
            <p:ph type="title"/>
          </p:nvPr>
        </p:nvSpPr>
        <p:spPr>
          <a:xfrm>
            <a:off x="1198800" y="2484000"/>
            <a:ext cx="9799200" cy="1018800"/>
          </a:xfrm>
          <a:prstGeom prst="rect">
            <a:avLst/>
          </a:prstGeom>
          <a:noFill/>
          <a:ln>
            <a:noFill/>
          </a:ln>
        </p:spPr>
        <p:txBody>
          <a:bodyPr spcFirstLastPara="1" wrap="square" lIns="90000" tIns="46800" rIns="90000" bIns="46800" anchor="t" anchorCtr="0">
            <a:normAutofit/>
          </a:bodyPr>
          <a:lstStyle>
            <a:lvl1pPr lvl="0" algn="ctr">
              <a:lnSpc>
                <a:spcPct val="100000"/>
              </a:lnSpc>
              <a:spcBef>
                <a:spcPts val="0"/>
              </a:spcBef>
              <a:spcAft>
                <a:spcPts val="0"/>
              </a:spcAft>
              <a:buClr>
                <a:srgbClr val="996633"/>
              </a:buClr>
              <a:buSzPts val="6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8"/>
          <p:cNvSpPr txBox="1">
            <a:spLocks noGrp="1"/>
          </p:cNvSpPr>
          <p:nvPr>
            <p:ph type="body" idx="1"/>
          </p:nvPr>
        </p:nvSpPr>
        <p:spPr>
          <a:xfrm>
            <a:off x="1198800" y="3560400"/>
            <a:ext cx="9799200" cy="471600"/>
          </a:xfrm>
          <a:prstGeom prst="rect">
            <a:avLst/>
          </a:prstGeom>
          <a:noFill/>
          <a:ln>
            <a:noFill/>
          </a:ln>
        </p:spPr>
        <p:txBody>
          <a:bodyPr spcFirstLastPara="1" wrap="square" lIns="90000" tIns="46800" rIns="90000" bIns="46800" anchor="t" anchorCtr="0">
            <a:normAutofit/>
          </a:bodyPr>
          <a:lstStyle>
            <a:lvl1pPr marL="457200" lvl="0" indent="-228600" algn="ctr">
              <a:lnSpc>
                <a:spcPct val="110000"/>
              </a:lnSpc>
              <a:spcBef>
                <a:spcPts val="0"/>
              </a:spcBef>
              <a:spcAft>
                <a:spcPts val="0"/>
              </a:spcAft>
              <a:buClr>
                <a:schemeClr val="dk1"/>
              </a:buClr>
              <a:buSzPts val="2400"/>
              <a:buNone/>
              <a:defRPr sz="2400" spc="200"/>
            </a:lvl1pPr>
            <a:lvl2pPr marL="914400" lvl="1" indent="-228600" algn="l">
              <a:lnSpc>
                <a:spcPct val="120000"/>
              </a:lnSpc>
              <a:spcBef>
                <a:spcPts val="1000"/>
              </a:spcBef>
              <a:spcAft>
                <a:spcPts val="0"/>
              </a:spcAft>
              <a:buClr>
                <a:schemeClr val="dk1"/>
              </a:buClr>
              <a:buSzPts val="1800"/>
              <a:buNone/>
              <a:defRPr/>
            </a:lvl2pPr>
            <a:lvl3pPr marL="1371600" lvl="2" indent="-228600" algn="l">
              <a:lnSpc>
                <a:spcPct val="120000"/>
              </a:lnSpc>
              <a:spcBef>
                <a:spcPts val="600"/>
              </a:spcBef>
              <a:spcAft>
                <a:spcPts val="0"/>
              </a:spcAft>
              <a:buClr>
                <a:schemeClr val="dk1"/>
              </a:buClr>
              <a:buSzPts val="1800"/>
              <a:buNone/>
              <a:defRPr/>
            </a:lvl3pPr>
            <a:lvl4pPr marL="1828800" lvl="3" indent="-228600" algn="l">
              <a:lnSpc>
                <a:spcPct val="120000"/>
              </a:lnSpc>
              <a:spcBef>
                <a:spcPts val="600"/>
              </a:spcBef>
              <a:spcAft>
                <a:spcPts val="0"/>
              </a:spcAft>
              <a:buClr>
                <a:schemeClr val="dk1"/>
              </a:buClr>
              <a:buSzPts val="1800"/>
              <a:buNone/>
              <a:defRPr/>
            </a:lvl4pPr>
            <a:lvl5pPr marL="2286000" lvl="4" indent="-228600" algn="l">
              <a:lnSpc>
                <a:spcPct val="120000"/>
              </a:lnSpc>
              <a:spcBef>
                <a:spcPts val="3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228600" algn="just">
              <a:lnSpc>
                <a:spcPct val="90000"/>
              </a:lnSpc>
              <a:spcBef>
                <a:spcPts val="500"/>
              </a:spcBef>
              <a:spcAft>
                <a:spcPts val="0"/>
              </a:spcAft>
              <a:buClr>
                <a:schemeClr val="dk1"/>
              </a:buClr>
              <a:buSzPts val="1800"/>
              <a:buNone/>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608330" y="627380"/>
            <a:ext cx="10968990" cy="1570355"/>
          </a:xfrm>
          <a:prstGeom prst="rect">
            <a:avLst/>
          </a:prstGeom>
          <a:noFill/>
          <a:ln>
            <a:noFill/>
          </a:ln>
        </p:spPr>
        <p:txBody>
          <a:bodyPr spcFirstLastPara="1" wrap="square" lIns="90150" tIns="46975" rIns="90150" bIns="46975" anchor="ctr" anchorCtr="0">
            <a:normAutofit/>
          </a:bodyPr>
          <a:lstStyle>
            <a:lvl1pPr lvl="0" algn="ctr">
              <a:lnSpc>
                <a:spcPct val="100000"/>
              </a:lnSpc>
              <a:spcBef>
                <a:spcPts val="0"/>
              </a:spcBef>
              <a:spcAft>
                <a:spcPts val="0"/>
              </a:spcAft>
              <a:buClr>
                <a:srgbClr val="9966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9"/>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9"/>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66" name="Google Shape;66;p19"/>
          <p:cNvSpPr txBox="1"/>
          <p:nvPr/>
        </p:nvSpPr>
        <p:spPr>
          <a:xfrm>
            <a:off x="612140" y="2443480"/>
            <a:ext cx="10012680" cy="278257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19"/>
          <p:cNvSpPr txBox="1"/>
          <p:nvPr/>
        </p:nvSpPr>
        <p:spPr>
          <a:xfrm>
            <a:off x="612140" y="2197735"/>
            <a:ext cx="10965815" cy="42202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19"/>
          <p:cNvSpPr txBox="1"/>
          <p:nvPr/>
        </p:nvSpPr>
        <p:spPr>
          <a:xfrm>
            <a:off x="739140" y="2570480"/>
            <a:ext cx="10838180" cy="38474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solidFill>
                  <a:schemeClr val="dk1"/>
                </a:solidFill>
                <a:latin typeface="Arial"/>
                <a:ea typeface="Arial"/>
                <a:cs typeface="Arial"/>
                <a:sym typeface="Arial"/>
              </a:rPr>
              <a:t>Bảng thống kê kết quả năm 2020:</a:t>
            </a: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69" name="Google Shape;69;p19" descr="Screenshot 2026-10-06 151418"/>
          <p:cNvPicPr preferRelativeResize="0"/>
          <p:nvPr/>
        </p:nvPicPr>
        <p:blipFill rotWithShape="1">
          <a:blip r:embed="rId2">
            <a:alphaModFix/>
          </a:blip>
          <a:srcRect/>
          <a:stretch/>
        </p:blipFill>
        <p:spPr>
          <a:xfrm>
            <a:off x="1069340" y="3060700"/>
            <a:ext cx="6263005" cy="225869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608330" y="627380"/>
            <a:ext cx="10968990" cy="2103120"/>
          </a:xfrm>
          <a:prstGeom prst="rect">
            <a:avLst/>
          </a:prstGeom>
          <a:noFill/>
          <a:ln>
            <a:noFill/>
          </a:ln>
        </p:spPr>
        <p:txBody>
          <a:bodyPr spcFirstLastPara="1" wrap="square" lIns="90150" tIns="46975" rIns="90150" bIns="46975" anchor="ctr" anchorCtr="0">
            <a:normAutofit/>
          </a:bodyPr>
          <a:lstStyle>
            <a:lvl1pPr marR="0" lvl="0" algn="ctr" rtl="0">
              <a:lnSpc>
                <a:spcPct val="100000"/>
              </a:lnSpc>
              <a:spcBef>
                <a:spcPts val="0"/>
              </a:spcBef>
              <a:spcAft>
                <a:spcPts val="0"/>
              </a:spcAft>
              <a:buClr>
                <a:srgbClr val="996633"/>
              </a:buClr>
              <a:buSzPts val="4000"/>
              <a:buFont typeface="Arial"/>
              <a:buNone/>
              <a:defRPr sz="4000" b="1" i="0" u="none" strike="noStrike" cap="none" spc="300">
                <a:solidFill>
                  <a:srgbClr val="996633"/>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
          <p:cNvSpPr txBox="1">
            <a:spLocks noGrp="1"/>
          </p:cNvSpPr>
          <p:nvPr>
            <p:ph type="body" idx="1"/>
          </p:nvPr>
        </p:nvSpPr>
        <p:spPr>
          <a:xfrm>
            <a:off x="612140" y="3084830"/>
            <a:ext cx="10968990" cy="2974975"/>
          </a:xfrm>
          <a:prstGeom prst="rect">
            <a:avLst/>
          </a:prstGeom>
          <a:noFill/>
          <a:ln>
            <a:noFill/>
          </a:ln>
        </p:spPr>
        <p:txBody>
          <a:bodyPr spcFirstLastPara="1" wrap="square" lIns="90000" tIns="46800" rIns="90000" bIns="46800" anchor="t" anchorCtr="0">
            <a:normAutofit/>
          </a:bodyPr>
          <a:lstStyle>
            <a:lvl1pPr marL="457200" marR="0" lvl="0" indent="-431800" algn="l" rtl="0">
              <a:lnSpc>
                <a:spcPct val="130000"/>
              </a:lnSpc>
              <a:spcBef>
                <a:spcPts val="0"/>
              </a:spcBef>
              <a:spcAft>
                <a:spcPts val="0"/>
              </a:spcAft>
              <a:buClr>
                <a:schemeClr val="dk1"/>
              </a:buClr>
              <a:buSzPts val="3200"/>
              <a:buFont typeface="Arial"/>
              <a:buChar char="●"/>
              <a:defRPr sz="3200" b="0" i="0" u="none" strike="noStrike" cap="none" spc="150">
                <a:solidFill>
                  <a:schemeClr val="dk1"/>
                </a:solidFill>
                <a:latin typeface="Times New Roman"/>
                <a:ea typeface="Times New Roman"/>
                <a:cs typeface="Times New Roman"/>
                <a:sym typeface="Times New Roman"/>
              </a:defRPr>
            </a:lvl1pPr>
            <a:lvl2pPr marL="914400" marR="0" lvl="1" indent="-228600" algn="l" rtl="0">
              <a:lnSpc>
                <a:spcPct val="120000"/>
              </a:lnSpc>
              <a:spcBef>
                <a:spcPts val="1000"/>
              </a:spcBef>
              <a:spcAft>
                <a:spcPts val="0"/>
              </a:spcAft>
              <a:buClr>
                <a:schemeClr val="dk1"/>
              </a:buClr>
              <a:buSzPts val="2800"/>
              <a:buFont typeface="Arial"/>
              <a:buNone/>
              <a:defRPr sz="2800" b="0" i="0" u="none" strike="noStrike" cap="none" spc="150">
                <a:solidFill>
                  <a:schemeClr val="dk1"/>
                </a:solidFill>
                <a:latin typeface="Times New Roman"/>
                <a:ea typeface="Times New Roman"/>
                <a:cs typeface="Times New Roman"/>
                <a:sym typeface="Times New Roman"/>
              </a:defRPr>
            </a:lvl2pPr>
            <a:lvl3pPr marL="1371600" marR="0" lvl="2" indent="-228600" algn="l" rtl="0">
              <a:lnSpc>
                <a:spcPct val="120000"/>
              </a:lnSpc>
              <a:spcBef>
                <a:spcPts val="600"/>
              </a:spcBef>
              <a:spcAft>
                <a:spcPts val="0"/>
              </a:spcAft>
              <a:buClr>
                <a:schemeClr val="dk1"/>
              </a:buClr>
              <a:buSzPts val="2400"/>
              <a:buFont typeface="Arial"/>
              <a:buNone/>
              <a:defRPr sz="2400" b="0" i="0" u="none" strike="noStrike" cap="none" spc="150">
                <a:solidFill>
                  <a:schemeClr val="dk1"/>
                </a:solidFill>
                <a:latin typeface="Times New Roman"/>
                <a:ea typeface="Times New Roman"/>
                <a:cs typeface="Times New Roman"/>
                <a:sym typeface="Times New Roman"/>
              </a:defRPr>
            </a:lvl3pPr>
            <a:lvl4pPr marL="1828800" marR="0" lvl="3" indent="-228600" algn="l" rtl="0">
              <a:lnSpc>
                <a:spcPct val="120000"/>
              </a:lnSpc>
              <a:spcBef>
                <a:spcPts val="600"/>
              </a:spcBef>
              <a:spcAft>
                <a:spcPts val="0"/>
              </a:spcAft>
              <a:buClr>
                <a:schemeClr val="dk1"/>
              </a:buClr>
              <a:buSzPts val="2200"/>
              <a:buFont typeface="Noto Sans Symbols"/>
              <a:buNone/>
              <a:defRPr sz="2200" b="0" i="0" u="none" strike="noStrike" cap="none" spc="150">
                <a:solidFill>
                  <a:schemeClr val="dk1"/>
                </a:solidFill>
                <a:latin typeface="Times New Roman"/>
                <a:ea typeface="Times New Roman"/>
                <a:cs typeface="Times New Roman"/>
                <a:sym typeface="Times New Roman"/>
              </a:defRPr>
            </a:lvl4pPr>
            <a:lvl5pPr marL="2286000" marR="0" lvl="4" indent="-228600" algn="l" rtl="0">
              <a:lnSpc>
                <a:spcPct val="120000"/>
              </a:lnSpc>
              <a:spcBef>
                <a:spcPts val="300"/>
              </a:spcBef>
              <a:spcAft>
                <a:spcPts val="0"/>
              </a:spcAft>
              <a:buClr>
                <a:schemeClr val="dk1"/>
              </a:buClr>
              <a:buSzPts val="2000"/>
              <a:buFont typeface="Arial"/>
              <a:buNone/>
              <a:defRPr sz="2000" b="0" i="0" u="none" strike="noStrike" cap="none" spc="150">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228600" algn="just" rtl="0">
              <a:lnSpc>
                <a:spcPct val="90000"/>
              </a:lnSpc>
              <a:spcBef>
                <a:spcPts val="500"/>
              </a:spcBef>
              <a:spcAft>
                <a:spcPts val="0"/>
              </a:spcAft>
              <a:buClr>
                <a:schemeClr val="dk1"/>
              </a:buClr>
              <a:buSzPts val="3200"/>
              <a:buFont typeface="Arial"/>
              <a:buNone/>
              <a:defRPr sz="32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9"/>
          <p:cNvSpPr txBox="1">
            <a:spLocks noGrp="1"/>
          </p:cNvSpPr>
          <p:nvPr>
            <p:ph type="dt" idx="10"/>
          </p:nvPr>
        </p:nvSpPr>
        <p:spPr>
          <a:xfrm>
            <a:off x="612000" y="6314400"/>
            <a:ext cx="2700000" cy="3168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10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9"/>
          <p:cNvSpPr txBox="1">
            <a:spLocks noGrp="1"/>
          </p:cNvSpPr>
          <p:nvPr>
            <p:ph type="ftr" idx="11"/>
          </p:nvPr>
        </p:nvSpPr>
        <p:spPr>
          <a:xfrm>
            <a:off x="4116000" y="6314400"/>
            <a:ext cx="3960000" cy="3168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SzPts val="1400"/>
              <a:buNone/>
              <a:defRPr sz="10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9"/>
          <p:cNvSpPr txBox="1">
            <a:spLocks noGrp="1"/>
          </p:cNvSpPr>
          <p:nvPr>
            <p:ph type="sldNum" idx="12"/>
          </p:nvPr>
        </p:nvSpPr>
        <p:spPr>
          <a:xfrm>
            <a:off x="8877600" y="6314400"/>
            <a:ext cx="2700000" cy="316800"/>
          </a:xfrm>
          <a:prstGeom prst="rect">
            <a:avLst/>
          </a:prstGeom>
          <a:noFill/>
          <a:ln>
            <a:noFill/>
          </a:ln>
        </p:spPr>
        <p:txBody>
          <a:bodyPr spcFirstLastPara="1" wrap="square" lIns="91425" tIns="45700" rIns="91425" bIns="45700" anchor="ctr" anchorCtr="0">
            <a:normAutofit/>
          </a:bodyPr>
          <a:lstStyle>
            <a:lvl1pPr marL="0" marR="0" lvl="0" indent="0" algn="r" rtl="0">
              <a:spcBef>
                <a:spcPts val="0"/>
              </a:spcBef>
              <a:buNone/>
              <a:defRPr sz="1000" b="0" i="0" u="none" strike="noStrike" cap="none">
                <a:solidFill>
                  <a:srgbClr val="888888"/>
                </a:solidFill>
                <a:latin typeface="Arial"/>
                <a:ea typeface="Arial"/>
                <a:cs typeface="Arial"/>
                <a:sym typeface="Arial"/>
              </a:defRPr>
            </a:lvl1pPr>
            <a:lvl2pPr marL="0" marR="0" lvl="1" indent="0" algn="r" rtl="0">
              <a:spcBef>
                <a:spcPts val="0"/>
              </a:spcBef>
              <a:buNone/>
              <a:defRPr sz="1000" b="0" i="0" u="none" strike="noStrike" cap="none">
                <a:solidFill>
                  <a:srgbClr val="888888"/>
                </a:solidFill>
                <a:latin typeface="Arial"/>
                <a:ea typeface="Arial"/>
                <a:cs typeface="Arial"/>
                <a:sym typeface="Arial"/>
              </a:defRPr>
            </a:lvl2pPr>
            <a:lvl3pPr marL="0" marR="0" lvl="2" indent="0" algn="r" rtl="0">
              <a:spcBef>
                <a:spcPts val="0"/>
              </a:spcBef>
              <a:buNone/>
              <a:defRPr sz="1000" b="0" i="0" u="none" strike="noStrike" cap="none">
                <a:solidFill>
                  <a:srgbClr val="888888"/>
                </a:solidFill>
                <a:latin typeface="Arial"/>
                <a:ea typeface="Arial"/>
                <a:cs typeface="Arial"/>
                <a:sym typeface="Arial"/>
              </a:defRPr>
            </a:lvl3pPr>
            <a:lvl4pPr marL="0" marR="0" lvl="3" indent="0" algn="r" rtl="0">
              <a:spcBef>
                <a:spcPts val="0"/>
              </a:spcBef>
              <a:buNone/>
              <a:defRPr sz="1000" b="0" i="0" u="none" strike="noStrike" cap="none">
                <a:solidFill>
                  <a:srgbClr val="888888"/>
                </a:solidFill>
                <a:latin typeface="Arial"/>
                <a:ea typeface="Arial"/>
                <a:cs typeface="Arial"/>
                <a:sym typeface="Arial"/>
              </a:defRPr>
            </a:lvl4pPr>
            <a:lvl5pPr marL="0" marR="0" lvl="4" indent="0" algn="r" rtl="0">
              <a:spcBef>
                <a:spcPts val="0"/>
              </a:spcBef>
              <a:buNone/>
              <a:defRPr sz="1000" b="0" i="0" u="none" strike="noStrike" cap="none">
                <a:solidFill>
                  <a:srgbClr val="888888"/>
                </a:solidFill>
                <a:latin typeface="Arial"/>
                <a:ea typeface="Arial"/>
                <a:cs typeface="Arial"/>
                <a:sym typeface="Arial"/>
              </a:defRPr>
            </a:lvl5pPr>
            <a:lvl6pPr marL="0" marR="0" lvl="5" indent="0" algn="r" rtl="0">
              <a:spcBef>
                <a:spcPts val="0"/>
              </a:spcBef>
              <a:buNone/>
              <a:defRPr sz="1000" b="0" i="0" u="none" strike="noStrike" cap="none">
                <a:solidFill>
                  <a:srgbClr val="888888"/>
                </a:solidFill>
                <a:latin typeface="Arial"/>
                <a:ea typeface="Arial"/>
                <a:cs typeface="Arial"/>
                <a:sym typeface="Arial"/>
              </a:defRPr>
            </a:lvl6pPr>
            <a:lvl7pPr marL="0" marR="0" lvl="6" indent="0" algn="r" rtl="0">
              <a:spcBef>
                <a:spcPts val="0"/>
              </a:spcBef>
              <a:buNone/>
              <a:defRPr sz="1000" b="0" i="0" u="none" strike="noStrike" cap="none">
                <a:solidFill>
                  <a:srgbClr val="888888"/>
                </a:solidFill>
                <a:latin typeface="Arial"/>
                <a:ea typeface="Arial"/>
                <a:cs typeface="Arial"/>
                <a:sym typeface="Arial"/>
              </a:defRPr>
            </a:lvl7pPr>
            <a:lvl8pPr marL="0" marR="0" lvl="7" indent="0" algn="r" rtl="0">
              <a:spcBef>
                <a:spcPts val="0"/>
              </a:spcBef>
              <a:buNone/>
              <a:defRPr sz="1000" b="0" i="0" u="none" strike="noStrike" cap="none">
                <a:solidFill>
                  <a:srgbClr val="888888"/>
                </a:solidFill>
                <a:latin typeface="Arial"/>
                <a:ea typeface="Arial"/>
                <a:cs typeface="Arial"/>
                <a:sym typeface="Arial"/>
              </a:defRPr>
            </a:lvl8pPr>
            <a:lvl9pPr marL="0" marR="0" lvl="8" indent="0" algn="r" rtl="0">
              <a:spcBef>
                <a:spcPts val="0"/>
              </a:spcBef>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ctrTitle"/>
          </p:nvPr>
        </p:nvSpPr>
        <p:spPr>
          <a:xfrm>
            <a:off x="782955" y="353060"/>
            <a:ext cx="10396855" cy="2603500"/>
          </a:xfrm>
          <a:prstGeom prst="rect">
            <a:avLst/>
          </a:prstGeom>
          <a:noFill/>
          <a:ln>
            <a:noFill/>
          </a:ln>
        </p:spPr>
        <p:txBody>
          <a:bodyPr spcFirstLastPara="1" wrap="square" lIns="90000" tIns="46800" rIns="90000" bIns="46800" anchor="b" anchorCtr="0">
            <a:normAutofit/>
          </a:bodyPr>
          <a:lstStyle/>
          <a:p>
            <a:pPr marL="0" lvl="0" indent="0" algn="ctr" rtl="0">
              <a:lnSpc>
                <a:spcPct val="100000"/>
              </a:lnSpc>
              <a:spcBef>
                <a:spcPts val="0"/>
              </a:spcBef>
              <a:spcAft>
                <a:spcPts val="0"/>
              </a:spcAft>
              <a:buClr>
                <a:srgbClr val="986633"/>
              </a:buClr>
              <a:buSzPts val="5000"/>
              <a:buNone/>
            </a:pPr>
            <a:r>
              <a:rPr lang="vi-VN"/>
              <a:t>BỐ CỤC MỘT BÀI THUYẾT TRÌNH</a:t>
            </a:r>
            <a:endParaRPr/>
          </a:p>
        </p:txBody>
      </p:sp>
      <p:sp>
        <p:nvSpPr>
          <p:cNvPr id="75" name="Google Shape;75;p1"/>
          <p:cNvSpPr txBox="1">
            <a:spLocks noGrp="1"/>
          </p:cNvSpPr>
          <p:nvPr>
            <p:ph type="subTitle" idx="1"/>
          </p:nvPr>
        </p:nvSpPr>
        <p:spPr>
          <a:xfrm>
            <a:off x="782955" y="3035935"/>
            <a:ext cx="9799320" cy="2823210"/>
          </a:xfrm>
          <a:prstGeom prst="rect">
            <a:avLst/>
          </a:prstGeom>
          <a:noFill/>
          <a:ln>
            <a:noFill/>
          </a:ln>
        </p:spPr>
        <p:txBody>
          <a:bodyPr spcFirstLastPara="1" wrap="square" lIns="90000" tIns="46800" rIns="90000" bIns="46800" anchor="t" anchorCtr="0">
            <a:normAutofit fontScale="90000" lnSpcReduction="10000"/>
          </a:bodyPr>
          <a:lstStyle/>
          <a:p>
            <a:pPr marL="0" lvl="0" indent="0" algn="ctr" rtl="0">
              <a:lnSpc>
                <a:spcPct val="110000"/>
              </a:lnSpc>
              <a:spcBef>
                <a:spcPts val="0"/>
              </a:spcBef>
              <a:spcAft>
                <a:spcPts val="0"/>
              </a:spcAft>
              <a:buClr>
                <a:schemeClr val="dk1"/>
              </a:buClr>
              <a:buSzPct val="100000"/>
              <a:buNone/>
            </a:pPr>
            <a:r>
              <a:rPr lang="vi-VN"/>
              <a:t>ThS.Họ và Tên</a:t>
            </a:r>
            <a:endParaRPr/>
          </a:p>
          <a:p>
            <a:pPr marL="0" lvl="0" indent="0" algn="ctr" rtl="0">
              <a:lnSpc>
                <a:spcPct val="110000"/>
              </a:lnSpc>
              <a:spcBef>
                <a:spcPts val="1000"/>
              </a:spcBef>
              <a:spcAft>
                <a:spcPts val="0"/>
              </a:spcAft>
              <a:buClr>
                <a:schemeClr val="dk1"/>
              </a:buClr>
              <a:buSzPct val="100000"/>
              <a:buNone/>
            </a:pPr>
            <a:r>
              <a:rPr lang="vi-VN"/>
              <a:t>Võ Thanh Đồng</a:t>
            </a:r>
            <a:endParaRPr/>
          </a:p>
          <a:p>
            <a:pPr marL="0" lvl="0" indent="0" algn="ctr" rtl="0">
              <a:lnSpc>
                <a:spcPct val="110000"/>
              </a:lnSpc>
              <a:spcBef>
                <a:spcPts val="1000"/>
              </a:spcBef>
              <a:spcAft>
                <a:spcPts val="0"/>
              </a:spcAft>
              <a:buClr>
                <a:schemeClr val="dk1"/>
              </a:buClr>
              <a:buSzPct val="100000"/>
              <a:buNone/>
            </a:pPr>
            <a:r>
              <a:rPr lang="vi-VN"/>
              <a:t>Kim Tấn Đạt</a:t>
            </a:r>
            <a:endParaRPr/>
          </a:p>
          <a:p>
            <a:pPr marL="0" lvl="0" indent="0" algn="ctr" rtl="0">
              <a:lnSpc>
                <a:spcPct val="110000"/>
              </a:lnSpc>
              <a:spcBef>
                <a:spcPts val="1000"/>
              </a:spcBef>
              <a:spcAft>
                <a:spcPts val="0"/>
              </a:spcAft>
              <a:buClr>
                <a:schemeClr val="dk1"/>
              </a:buClr>
              <a:buSzPct val="100000"/>
              <a:buNone/>
            </a:pPr>
            <a:r>
              <a:rPr lang="vi-VN"/>
              <a:t>Phạm Chí Đức</a:t>
            </a:r>
            <a:endParaRPr/>
          </a:p>
          <a:p>
            <a:pPr marL="0" lvl="0" indent="0" algn="ctr" rtl="0">
              <a:lnSpc>
                <a:spcPct val="110000"/>
              </a:lnSpc>
              <a:spcBef>
                <a:spcPts val="1000"/>
              </a:spcBef>
              <a:spcAft>
                <a:spcPts val="0"/>
              </a:spcAft>
              <a:buClr>
                <a:schemeClr val="dk1"/>
              </a:buClr>
              <a:buSzPct val="100000"/>
              <a:buNone/>
            </a:pPr>
            <a:r>
              <a:rPr lang="vi-VN"/>
              <a:t>Nguyễn Minh Đạt</a:t>
            </a:r>
            <a:endParaRPr/>
          </a:p>
          <a:p>
            <a:pPr marL="0" lvl="0" indent="0" algn="ctr" rtl="0">
              <a:lnSpc>
                <a:spcPct val="110000"/>
              </a:lnSpc>
              <a:spcBef>
                <a:spcPts val="1000"/>
              </a:spcBef>
              <a:spcAft>
                <a:spcPts val="0"/>
              </a:spcAft>
              <a:buClr>
                <a:schemeClr val="dk1"/>
              </a:buClr>
              <a:buSzPct val="100000"/>
              <a:buNone/>
            </a:pPr>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20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
                                            <p:txEl>
                                              <p:pRg st="0" end="0"/>
                                            </p:txEl>
                                          </p:spTgt>
                                        </p:tgtEl>
                                        <p:attrNameLst>
                                          <p:attrName>style.visibility</p:attrName>
                                        </p:attrNameLst>
                                      </p:cBhvr>
                                      <p:to>
                                        <p:strVal val="visible"/>
                                      </p:to>
                                    </p:set>
                                    <p:animEffect transition="in" filter="fade">
                                      <p:cBhvr>
                                        <p:cTn id="12" dur="1500"/>
                                        <p:tgtEl>
                                          <p:spTgt spid="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5">
                                            <p:txEl>
                                              <p:pRg st="1" end="1"/>
                                            </p:txEl>
                                          </p:spTgt>
                                        </p:tgtEl>
                                        <p:attrNameLst>
                                          <p:attrName>style.visibility</p:attrName>
                                        </p:attrNameLst>
                                      </p:cBhvr>
                                      <p:to>
                                        <p:strVal val="visible"/>
                                      </p:to>
                                    </p:set>
                                    <p:animEffect transition="in" filter="fade">
                                      <p:cBhvr>
                                        <p:cTn id="17" dur="1500"/>
                                        <p:tgtEl>
                                          <p:spTgt spid="7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5">
                                            <p:txEl>
                                              <p:pRg st="2" end="2"/>
                                            </p:txEl>
                                          </p:spTgt>
                                        </p:tgtEl>
                                        <p:attrNameLst>
                                          <p:attrName>style.visibility</p:attrName>
                                        </p:attrNameLst>
                                      </p:cBhvr>
                                      <p:to>
                                        <p:strVal val="visible"/>
                                      </p:to>
                                    </p:set>
                                    <p:animEffect transition="in" filter="fade">
                                      <p:cBhvr>
                                        <p:cTn id="22" dur="1500"/>
                                        <p:tgtEl>
                                          <p:spTgt spid="7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5">
                                            <p:txEl>
                                              <p:pRg st="3" end="3"/>
                                            </p:txEl>
                                          </p:spTgt>
                                        </p:tgtEl>
                                        <p:attrNameLst>
                                          <p:attrName>style.visibility</p:attrName>
                                        </p:attrNameLst>
                                      </p:cBhvr>
                                      <p:to>
                                        <p:strVal val="visible"/>
                                      </p:to>
                                    </p:set>
                                    <p:animEffect transition="in" filter="fade">
                                      <p:cBhvr>
                                        <p:cTn id="27" dur="1500"/>
                                        <p:tgtEl>
                                          <p:spTgt spid="7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5">
                                            <p:txEl>
                                              <p:pRg st="4" end="4"/>
                                            </p:txEl>
                                          </p:spTgt>
                                        </p:tgtEl>
                                        <p:attrNameLst>
                                          <p:attrName>style.visibility</p:attrName>
                                        </p:attrNameLst>
                                      </p:cBhvr>
                                      <p:to>
                                        <p:strVal val="visible"/>
                                      </p:to>
                                    </p:set>
                                    <p:animEffect transition="in" filter="fade">
                                      <p:cBhvr>
                                        <p:cTn id="32" dur="1500"/>
                                        <p:tgtEl>
                                          <p:spTgt spid="7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5">
                                            <p:txEl>
                                              <p:pRg st="5" end="5"/>
                                            </p:txEl>
                                          </p:spTgt>
                                        </p:tgtEl>
                                        <p:attrNameLst>
                                          <p:attrName>style.visibility</p:attrName>
                                        </p:attrNameLst>
                                      </p:cBhvr>
                                      <p:to>
                                        <p:strVal val="visible"/>
                                      </p:to>
                                    </p:set>
                                    <p:animEffect transition="in" filter="fade">
                                      <p:cBhvr>
                                        <p:cTn id="37" dur="1500"/>
                                        <p:tgtEl>
                                          <p:spTgt spid="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
          <p:cNvSpPr txBox="1">
            <a:spLocks noGrp="1"/>
          </p:cNvSpPr>
          <p:nvPr>
            <p:ph type="title"/>
          </p:nvPr>
        </p:nvSpPr>
        <p:spPr>
          <a:xfrm>
            <a:off x="608330" y="608330"/>
            <a:ext cx="6285865" cy="705485"/>
          </a:xfrm>
          <a:prstGeom prst="rect">
            <a:avLst/>
          </a:prstGeom>
          <a:noFill/>
          <a:ln>
            <a:noFill/>
          </a:ln>
        </p:spPr>
        <p:txBody>
          <a:bodyPr spcFirstLastPara="1" wrap="square" lIns="90000" tIns="46800" rIns="90000" bIns="46800" anchor="ctr" anchorCtr="0">
            <a:normAutofit/>
          </a:bodyPr>
          <a:lstStyle/>
          <a:p>
            <a:pPr marL="0" lvl="0" indent="0" algn="l" rtl="0">
              <a:lnSpc>
                <a:spcPct val="100000"/>
              </a:lnSpc>
              <a:spcBef>
                <a:spcPts val="0"/>
              </a:spcBef>
              <a:spcAft>
                <a:spcPts val="0"/>
              </a:spcAft>
              <a:buClr>
                <a:srgbClr val="996633"/>
              </a:buClr>
              <a:buSzPts val="4000"/>
              <a:buNone/>
            </a:pPr>
            <a:r>
              <a:rPr lang="vi-VN"/>
              <a:t>Giới thiệu</a:t>
            </a:r>
            <a:endParaRPr/>
          </a:p>
        </p:txBody>
      </p:sp>
      <p:sp>
        <p:nvSpPr>
          <p:cNvPr id="81" name="Google Shape;81;p2"/>
          <p:cNvSpPr txBox="1">
            <a:spLocks noGrp="1"/>
          </p:cNvSpPr>
          <p:nvPr>
            <p:ph type="body" idx="1"/>
          </p:nvPr>
        </p:nvSpPr>
        <p:spPr>
          <a:xfrm>
            <a:off x="608330" y="1490345"/>
            <a:ext cx="10968990" cy="3282950"/>
          </a:xfrm>
          <a:prstGeom prst="rect">
            <a:avLst/>
          </a:prstGeom>
          <a:noFill/>
          <a:ln>
            <a:noFill/>
          </a:ln>
        </p:spPr>
        <p:txBody>
          <a:bodyPr spcFirstLastPara="1" wrap="square" lIns="90000" tIns="46800" rIns="90000" bIns="46800" anchor="t" anchorCtr="0">
            <a:noAutofit/>
          </a:bodyPr>
          <a:lstStyle/>
          <a:p>
            <a:pPr marL="457200" lvl="0" indent="-457200" algn="l" rtl="0">
              <a:lnSpc>
                <a:spcPct val="100000"/>
              </a:lnSpc>
              <a:spcBef>
                <a:spcPts val="0"/>
              </a:spcBef>
              <a:spcAft>
                <a:spcPts val="0"/>
              </a:spcAft>
              <a:buClr>
                <a:schemeClr val="dk1"/>
              </a:buClr>
              <a:buSzPts val="2800"/>
              <a:buFont typeface="Arial"/>
              <a:buChar char="•"/>
            </a:pPr>
            <a:r>
              <a:rPr lang="vi-VN" sz="2800"/>
              <a:t>Phần mở đầu</a:t>
            </a:r>
            <a:endParaRPr sz="2800"/>
          </a:p>
          <a:p>
            <a:pPr marL="457200" lvl="1" indent="0" algn="l" rtl="0">
              <a:lnSpc>
                <a:spcPct val="100000"/>
              </a:lnSpc>
              <a:spcBef>
                <a:spcPts val="1000"/>
              </a:spcBef>
              <a:spcAft>
                <a:spcPts val="0"/>
              </a:spcAft>
              <a:buClr>
                <a:schemeClr val="dk1"/>
              </a:buClr>
              <a:buSzPts val="2800"/>
              <a:buNone/>
            </a:pPr>
            <a:r>
              <a:rPr lang="vi-VN"/>
              <a:t>- </a:t>
            </a:r>
            <a:r>
              <a:rPr lang="vi-VN" sz="2400"/>
              <a:t>cần đạt được mục đích</a:t>
            </a:r>
            <a:endParaRPr sz="2400"/>
          </a:p>
          <a:p>
            <a:pPr marL="457200" lvl="0" indent="-457200" algn="l" rtl="0">
              <a:lnSpc>
                <a:spcPct val="100000"/>
              </a:lnSpc>
              <a:spcBef>
                <a:spcPts val="600"/>
              </a:spcBef>
              <a:spcAft>
                <a:spcPts val="0"/>
              </a:spcAft>
              <a:buClr>
                <a:schemeClr val="dk1"/>
              </a:buClr>
              <a:buSzPts val="2800"/>
              <a:buFont typeface="Arial"/>
              <a:buChar char="•"/>
            </a:pPr>
            <a:r>
              <a:rPr lang="vi-VN" sz="2800"/>
              <a:t>Phần chính</a:t>
            </a:r>
            <a:endParaRPr sz="2800"/>
          </a:p>
          <a:p>
            <a:pPr marL="457200" lvl="1" indent="0" algn="l" rtl="0">
              <a:lnSpc>
                <a:spcPct val="100000"/>
              </a:lnSpc>
              <a:spcBef>
                <a:spcPts val="1000"/>
              </a:spcBef>
              <a:spcAft>
                <a:spcPts val="0"/>
              </a:spcAft>
              <a:buClr>
                <a:schemeClr val="dk1"/>
              </a:buClr>
              <a:buSzPts val="2400"/>
              <a:buNone/>
            </a:pPr>
            <a:r>
              <a:rPr lang="vi-VN" sz="2400"/>
              <a:t>- Đưa ra giải pháp và góp </a:t>
            </a:r>
            <a:endParaRPr sz="2400"/>
          </a:p>
          <a:p>
            <a:pPr marL="457200" lvl="0" indent="-457200" algn="l" rtl="0">
              <a:lnSpc>
                <a:spcPct val="100000"/>
              </a:lnSpc>
              <a:spcBef>
                <a:spcPts val="600"/>
              </a:spcBef>
              <a:spcAft>
                <a:spcPts val="0"/>
              </a:spcAft>
              <a:buClr>
                <a:schemeClr val="dk1"/>
              </a:buClr>
              <a:buSzPts val="2800"/>
              <a:buFont typeface="Arial"/>
              <a:buChar char="•"/>
            </a:pPr>
            <a:r>
              <a:rPr lang="vi-VN" sz="2800">
                <a:solidFill>
                  <a:schemeClr val="dk1"/>
                </a:solidFill>
              </a:rPr>
              <a:t>Phần kết</a:t>
            </a:r>
            <a:endParaRPr sz="2400"/>
          </a:p>
          <a:p>
            <a:pPr marL="457200" lvl="1" indent="0" algn="l" rtl="0">
              <a:lnSpc>
                <a:spcPct val="100000"/>
              </a:lnSpc>
              <a:spcBef>
                <a:spcPts val="1000"/>
              </a:spcBef>
              <a:spcAft>
                <a:spcPts val="0"/>
              </a:spcAft>
              <a:buClr>
                <a:schemeClr val="dk1"/>
              </a:buClr>
              <a:buSzPts val="2400"/>
              <a:buNone/>
            </a:pPr>
            <a:r>
              <a:rPr lang="vi-VN" sz="2400"/>
              <a:t>- tóm tắt nội dung trình bày</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75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1">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1">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1">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3"/>
          <p:cNvSpPr txBox="1">
            <a:spLocks noGrp="1"/>
          </p:cNvSpPr>
          <p:nvPr>
            <p:ph type="title"/>
          </p:nvPr>
        </p:nvSpPr>
        <p:spPr>
          <a:xfrm>
            <a:off x="791210" y="608330"/>
            <a:ext cx="9474835" cy="705485"/>
          </a:xfrm>
          <a:prstGeom prst="rect">
            <a:avLst/>
          </a:prstGeom>
          <a:noFill/>
          <a:ln>
            <a:noFill/>
          </a:ln>
        </p:spPr>
        <p:txBody>
          <a:bodyPr spcFirstLastPara="1" wrap="square" lIns="90000" tIns="46800" rIns="90000" bIns="46800" anchor="ctr" anchorCtr="0">
            <a:normAutofit/>
          </a:bodyPr>
          <a:lstStyle/>
          <a:p>
            <a:pPr marL="0" lvl="0" indent="0" algn="l" rtl="0">
              <a:lnSpc>
                <a:spcPct val="100000"/>
              </a:lnSpc>
              <a:spcBef>
                <a:spcPts val="0"/>
              </a:spcBef>
              <a:spcAft>
                <a:spcPts val="0"/>
              </a:spcAft>
              <a:buClr>
                <a:srgbClr val="996633"/>
              </a:buClr>
              <a:buSzPts val="4000"/>
              <a:buNone/>
            </a:pPr>
            <a:r>
              <a:rPr lang="vi-VN"/>
              <a:t>PHẦN MỞ ĐẦU</a:t>
            </a:r>
            <a:endParaRPr/>
          </a:p>
        </p:txBody>
      </p:sp>
      <p:sp>
        <p:nvSpPr>
          <p:cNvPr id="87" name="Google Shape;87;p3"/>
          <p:cNvSpPr txBox="1">
            <a:spLocks noGrp="1"/>
          </p:cNvSpPr>
          <p:nvPr>
            <p:ph type="body" idx="1"/>
          </p:nvPr>
        </p:nvSpPr>
        <p:spPr>
          <a:xfrm>
            <a:off x="608330" y="1490345"/>
            <a:ext cx="10968990" cy="3282950"/>
          </a:xfrm>
          <a:prstGeom prst="rect">
            <a:avLst/>
          </a:prstGeom>
          <a:noFill/>
          <a:ln>
            <a:noFill/>
          </a:ln>
        </p:spPr>
        <p:txBody>
          <a:bodyPr spcFirstLastPara="1" wrap="square" lIns="90000" tIns="46800" rIns="90000" bIns="46800" anchor="t" anchorCtr="0">
            <a:noAutofit/>
          </a:bodyPr>
          <a:lstStyle/>
          <a:p>
            <a:pPr marL="342900" lvl="0" indent="-342900" algn="l" rtl="0">
              <a:lnSpc>
                <a:spcPct val="80000"/>
              </a:lnSpc>
              <a:spcBef>
                <a:spcPts val="0"/>
              </a:spcBef>
              <a:spcAft>
                <a:spcPts val="0"/>
              </a:spcAft>
              <a:buClr>
                <a:schemeClr val="dk1"/>
              </a:buClr>
              <a:buSzPts val="2700"/>
              <a:buFont typeface="Arial"/>
              <a:buChar char="•"/>
            </a:pPr>
            <a:r>
              <a:rPr lang="vi-VN" sz="2700"/>
              <a:t>Thu hút sự chú ý của người nghe</a:t>
            </a:r>
            <a:endParaRPr sz="2700">
              <a:latin typeface="Times New Roman"/>
              <a:ea typeface="Times New Roman"/>
              <a:cs typeface="Times New Roman"/>
              <a:sym typeface="Times New Roman"/>
            </a:endParaRPr>
          </a:p>
          <a:p>
            <a:pPr marL="0" lvl="0" indent="0" algn="l" rtl="0">
              <a:lnSpc>
                <a:spcPct val="80000"/>
              </a:lnSpc>
              <a:spcBef>
                <a:spcPts val="1000"/>
              </a:spcBef>
              <a:spcAft>
                <a:spcPts val="0"/>
              </a:spcAft>
              <a:buClr>
                <a:schemeClr val="dk1"/>
              </a:buClr>
              <a:buSzPts val="2700"/>
              <a:buNone/>
            </a:pPr>
            <a:r>
              <a:rPr lang="vi-VN" sz="2700"/>
              <a:t>  </a:t>
            </a:r>
            <a:r>
              <a:rPr lang="vi-VN"/>
              <a:t>- </a:t>
            </a:r>
            <a:r>
              <a:rPr lang="vi-VN" u="sng">
                <a:solidFill>
                  <a:schemeClr val="hlink"/>
                </a:solidFill>
                <a:hlinkClick r:id="rId3" action="ppaction://hlinksldjump"/>
              </a:rPr>
              <a:t>Sử dụng một đoạn trích dẫn</a:t>
            </a:r>
            <a:endParaRPr>
              <a:latin typeface="Times New Roman"/>
              <a:ea typeface="Times New Roman"/>
              <a:cs typeface="Times New Roman"/>
              <a:sym typeface="Times New Roman"/>
            </a:endParaRPr>
          </a:p>
          <a:p>
            <a:pPr marL="0" lvl="0" indent="0" algn="l" rtl="0">
              <a:lnSpc>
                <a:spcPct val="80000"/>
              </a:lnSpc>
              <a:spcBef>
                <a:spcPts val="1000"/>
              </a:spcBef>
              <a:spcAft>
                <a:spcPts val="0"/>
              </a:spcAft>
              <a:buClr>
                <a:schemeClr val="dk1"/>
              </a:buClr>
              <a:buSzPts val="2400"/>
              <a:buNone/>
            </a:pPr>
            <a:r>
              <a:rPr lang="vi-VN"/>
              <a:t>  - Một câu hỏi</a:t>
            </a:r>
            <a:endParaRPr>
              <a:latin typeface="Times New Roman"/>
              <a:ea typeface="Times New Roman"/>
              <a:cs typeface="Times New Roman"/>
              <a:sym typeface="Times New Roman"/>
            </a:endParaRPr>
          </a:p>
          <a:p>
            <a:pPr marL="0" lvl="0" indent="0" algn="l" rtl="0">
              <a:lnSpc>
                <a:spcPct val="80000"/>
              </a:lnSpc>
              <a:spcBef>
                <a:spcPts val="1000"/>
              </a:spcBef>
              <a:spcAft>
                <a:spcPts val="0"/>
              </a:spcAft>
              <a:buClr>
                <a:schemeClr val="dk1"/>
              </a:buClr>
              <a:buSzPts val="2400"/>
              <a:buNone/>
            </a:pPr>
            <a:r>
              <a:rPr lang="vi-VN"/>
              <a:t>  - Một lời hứa</a:t>
            </a:r>
            <a:endParaRPr>
              <a:latin typeface="Times New Roman"/>
              <a:ea typeface="Times New Roman"/>
              <a:cs typeface="Times New Roman"/>
              <a:sym typeface="Times New Roman"/>
            </a:endParaRPr>
          </a:p>
          <a:p>
            <a:pPr marL="342900" lvl="0" indent="-342900" algn="l" rtl="0">
              <a:lnSpc>
                <a:spcPct val="80000"/>
              </a:lnSpc>
              <a:spcBef>
                <a:spcPts val="1000"/>
              </a:spcBef>
              <a:spcAft>
                <a:spcPts val="0"/>
              </a:spcAft>
              <a:buClr>
                <a:schemeClr val="dk1"/>
              </a:buClr>
              <a:buSzPts val="2700"/>
              <a:buFont typeface="Arial"/>
              <a:buChar char="•"/>
            </a:pPr>
            <a:r>
              <a:rPr lang="vi-VN" sz="2700"/>
              <a:t>Tóm lược các nội dung liên quan</a:t>
            </a:r>
            <a:endParaRPr sz="2700">
              <a:latin typeface="Times New Roman"/>
              <a:ea typeface="Times New Roman"/>
              <a:cs typeface="Times New Roman"/>
              <a:sym typeface="Times New Roman"/>
            </a:endParaRPr>
          </a:p>
          <a:p>
            <a:pPr marL="0" lvl="0" indent="0" algn="l" rtl="0">
              <a:lnSpc>
                <a:spcPct val="80000"/>
              </a:lnSpc>
              <a:spcBef>
                <a:spcPts val="1000"/>
              </a:spcBef>
              <a:spcAft>
                <a:spcPts val="0"/>
              </a:spcAft>
              <a:buClr>
                <a:schemeClr val="dk1"/>
              </a:buClr>
              <a:buSzPts val="2700"/>
              <a:buNone/>
            </a:pPr>
            <a:r>
              <a:rPr lang="vi-VN" sz="2700"/>
              <a:t>  </a:t>
            </a:r>
            <a:r>
              <a:rPr lang="vi-VN"/>
              <a:t>- Đã được trình bày</a:t>
            </a:r>
            <a:endParaRPr>
              <a:latin typeface="Times New Roman"/>
              <a:ea typeface="Times New Roman"/>
              <a:cs typeface="Times New Roman"/>
              <a:sym typeface="Times New Roman"/>
            </a:endParaRPr>
          </a:p>
          <a:p>
            <a:pPr marL="0" lvl="0" indent="0" algn="l" rtl="0">
              <a:lnSpc>
                <a:spcPct val="80000"/>
              </a:lnSpc>
              <a:spcBef>
                <a:spcPts val="1000"/>
              </a:spcBef>
              <a:spcAft>
                <a:spcPts val="0"/>
              </a:spcAft>
              <a:buClr>
                <a:schemeClr val="dk1"/>
              </a:buClr>
              <a:buSzPts val="2400"/>
              <a:buNone/>
            </a:pPr>
            <a:r>
              <a:rPr lang="vi-VN"/>
              <a:t>  - Được đa số người nghe biết rõ</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7">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4"/>
          <p:cNvSpPr txBox="1">
            <a:spLocks noGrp="1"/>
          </p:cNvSpPr>
          <p:nvPr>
            <p:ph type="title"/>
          </p:nvPr>
        </p:nvSpPr>
        <p:spPr>
          <a:xfrm>
            <a:off x="608330" y="608330"/>
            <a:ext cx="6285865" cy="705485"/>
          </a:xfrm>
          <a:prstGeom prst="rect">
            <a:avLst/>
          </a:prstGeom>
          <a:noFill/>
          <a:ln>
            <a:noFill/>
          </a:ln>
        </p:spPr>
        <p:txBody>
          <a:bodyPr spcFirstLastPara="1" wrap="square" lIns="90000" tIns="46800" rIns="90000" bIns="46800" anchor="ctr" anchorCtr="0">
            <a:normAutofit/>
          </a:bodyPr>
          <a:lstStyle/>
          <a:p>
            <a:pPr marL="0" lvl="0" indent="0" algn="l" rtl="0">
              <a:lnSpc>
                <a:spcPct val="100000"/>
              </a:lnSpc>
              <a:spcBef>
                <a:spcPts val="0"/>
              </a:spcBef>
              <a:spcAft>
                <a:spcPts val="0"/>
              </a:spcAft>
              <a:buClr>
                <a:srgbClr val="996633"/>
              </a:buClr>
              <a:buSzPts val="4000"/>
              <a:buNone/>
            </a:pPr>
            <a:r>
              <a:rPr lang="vi-VN"/>
              <a:t>PHẦN CHÍNH</a:t>
            </a:r>
            <a:endParaRPr/>
          </a:p>
        </p:txBody>
      </p:sp>
      <p:sp>
        <p:nvSpPr>
          <p:cNvPr id="93" name="Google Shape;93;p4"/>
          <p:cNvSpPr txBox="1">
            <a:spLocks noGrp="1"/>
          </p:cNvSpPr>
          <p:nvPr>
            <p:ph type="body" idx="1"/>
          </p:nvPr>
        </p:nvSpPr>
        <p:spPr>
          <a:xfrm>
            <a:off x="700405" y="1383665"/>
            <a:ext cx="10968990" cy="3917315"/>
          </a:xfrm>
          <a:prstGeom prst="rect">
            <a:avLst/>
          </a:prstGeom>
          <a:noFill/>
          <a:ln>
            <a:noFill/>
          </a:ln>
        </p:spPr>
        <p:txBody>
          <a:bodyPr spcFirstLastPara="1" wrap="square" lIns="90000" tIns="46800" rIns="90000" bIns="46800" anchor="t" anchorCtr="0">
            <a:normAutofit/>
          </a:bodyPr>
          <a:lstStyle/>
          <a:p>
            <a:pPr marL="457200" lvl="0" indent="-457200" algn="l" rtl="0">
              <a:lnSpc>
                <a:spcPct val="90000"/>
              </a:lnSpc>
              <a:spcBef>
                <a:spcPts val="0"/>
              </a:spcBef>
              <a:spcAft>
                <a:spcPts val="0"/>
              </a:spcAft>
              <a:buClr>
                <a:schemeClr val="dk1"/>
              </a:buClr>
              <a:buSzPts val="2800"/>
              <a:buFont typeface="Arial"/>
              <a:buChar char="•"/>
            </a:pPr>
            <a:r>
              <a:rPr lang="vi-VN" sz="2800"/>
              <a:t>Phần Chính với các nội dung</a:t>
            </a:r>
            <a:endParaRPr sz="2800"/>
          </a:p>
          <a:p>
            <a:pPr marL="457200" lvl="1" indent="0" algn="l" rtl="0">
              <a:lnSpc>
                <a:spcPct val="90000"/>
              </a:lnSpc>
              <a:spcBef>
                <a:spcPts val="1000"/>
              </a:spcBef>
              <a:spcAft>
                <a:spcPts val="0"/>
              </a:spcAft>
              <a:buClr>
                <a:schemeClr val="dk1"/>
              </a:buClr>
              <a:buSzPts val="2400"/>
              <a:buNone/>
            </a:pPr>
            <a:r>
              <a:rPr lang="vi-VN" sz="2400"/>
              <a:t>- </a:t>
            </a:r>
            <a:r>
              <a:rPr lang="vi-VN" sz="3000"/>
              <a:t>vấn đề cần giải quyết yêu cầu công </a:t>
            </a:r>
            <a:endParaRPr sz="3000"/>
          </a:p>
          <a:p>
            <a:pPr marL="457200" lvl="1" indent="0" algn="l" rtl="0">
              <a:lnSpc>
                <a:spcPct val="90000"/>
              </a:lnSpc>
              <a:spcBef>
                <a:spcPts val="600"/>
              </a:spcBef>
              <a:spcAft>
                <a:spcPts val="0"/>
              </a:spcAft>
              <a:buClr>
                <a:schemeClr val="dk1"/>
              </a:buClr>
              <a:buSzPts val="3000"/>
              <a:buNone/>
            </a:pPr>
            <a:r>
              <a:rPr lang="vi-VN" sz="3000"/>
              <a:t>- ý tưởng và gỉai pháp </a:t>
            </a:r>
            <a:endParaRPr sz="3000"/>
          </a:p>
          <a:p>
            <a:pPr marL="457200" lvl="1" indent="0" algn="l" rtl="0">
              <a:lnSpc>
                <a:spcPct val="90000"/>
              </a:lnSpc>
              <a:spcBef>
                <a:spcPts val="600"/>
              </a:spcBef>
              <a:spcAft>
                <a:spcPts val="0"/>
              </a:spcAft>
              <a:buClr>
                <a:schemeClr val="dk1"/>
              </a:buClr>
              <a:buSzPts val="3000"/>
              <a:buNone/>
            </a:pPr>
            <a:r>
              <a:rPr lang="vi-VN" sz="3000"/>
              <a:t>- cung cấp ví dụ chứng minh </a:t>
            </a:r>
            <a:endParaRPr sz="3000"/>
          </a:p>
          <a:p>
            <a:pPr marL="457200" lvl="1" indent="0" algn="l" rtl="0">
              <a:lnSpc>
                <a:spcPct val="90000"/>
              </a:lnSpc>
              <a:spcBef>
                <a:spcPts val="600"/>
              </a:spcBef>
              <a:spcAft>
                <a:spcPts val="0"/>
              </a:spcAft>
              <a:buClr>
                <a:schemeClr val="dk1"/>
              </a:buClr>
              <a:buSzPts val="3000"/>
              <a:buNone/>
            </a:pPr>
            <a:r>
              <a:rPr lang="vi-VN" sz="3000"/>
              <a:t>- lợi ích khi áp dụng giải pháp </a:t>
            </a:r>
            <a:endParaRPr sz="3000"/>
          </a:p>
          <a:p>
            <a:pPr marL="457200" lvl="1" indent="0" algn="l" rtl="0">
              <a:lnSpc>
                <a:spcPct val="90000"/>
              </a:lnSpc>
              <a:spcBef>
                <a:spcPts val="600"/>
              </a:spcBef>
              <a:spcAft>
                <a:spcPts val="0"/>
              </a:spcAft>
              <a:buClr>
                <a:schemeClr val="dk1"/>
              </a:buClr>
              <a:buSzPts val="3000"/>
              <a:buNone/>
            </a:pPr>
            <a:r>
              <a:rPr lang="vi-VN" sz="3000"/>
              <a:t>- chương trình hành động/các việc làm cụ thể</a:t>
            </a:r>
            <a:endParaRPr sz="3000"/>
          </a:p>
          <a:p>
            <a:pPr marL="457200" lvl="1" indent="0" algn="l" rtl="0">
              <a:lnSpc>
                <a:spcPct val="90000"/>
              </a:lnSpc>
              <a:spcBef>
                <a:spcPts val="600"/>
              </a:spcBef>
              <a:spcAft>
                <a:spcPts val="0"/>
              </a:spcAft>
              <a:buClr>
                <a:schemeClr val="dk1"/>
              </a:buClr>
              <a:buSzPts val="3000"/>
              <a:buNone/>
            </a:pPr>
            <a:r>
              <a:rPr lang="vi-VN" sz="3000" u="sng">
                <a:solidFill>
                  <a:schemeClr val="hlink"/>
                </a:solidFill>
                <a:hlinkClick r:id="rId3" action="ppaction://hlinksldjump"/>
              </a:rPr>
              <a:t>1 số ví dụ chứng minh</a:t>
            </a:r>
            <a:endParaRPr sz="3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10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3">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5"/>
          <p:cNvSpPr txBox="1">
            <a:spLocks noGrp="1"/>
          </p:cNvSpPr>
          <p:nvPr>
            <p:ph type="title"/>
          </p:nvPr>
        </p:nvSpPr>
        <p:spPr>
          <a:xfrm>
            <a:off x="1263650" y="608330"/>
            <a:ext cx="6285865" cy="705485"/>
          </a:xfrm>
          <a:prstGeom prst="rect">
            <a:avLst/>
          </a:prstGeom>
          <a:noFill/>
          <a:ln>
            <a:noFill/>
          </a:ln>
        </p:spPr>
        <p:txBody>
          <a:bodyPr spcFirstLastPara="1" wrap="square" lIns="90000" tIns="46800" rIns="90000" bIns="46800" anchor="ctr" anchorCtr="0">
            <a:normAutofit/>
          </a:bodyPr>
          <a:lstStyle/>
          <a:p>
            <a:pPr marL="0" lvl="0" indent="0" algn="l" rtl="0">
              <a:lnSpc>
                <a:spcPct val="100000"/>
              </a:lnSpc>
              <a:spcBef>
                <a:spcPts val="0"/>
              </a:spcBef>
              <a:spcAft>
                <a:spcPts val="0"/>
              </a:spcAft>
              <a:buClr>
                <a:srgbClr val="996633"/>
              </a:buClr>
              <a:buSzPts val="4000"/>
              <a:buNone/>
            </a:pPr>
            <a:r>
              <a:rPr lang="vi-VN"/>
              <a:t>PHẦN KẾT</a:t>
            </a:r>
            <a:endParaRPr/>
          </a:p>
        </p:txBody>
      </p:sp>
      <p:sp>
        <p:nvSpPr>
          <p:cNvPr id="99" name="Google Shape;99;p5"/>
          <p:cNvSpPr txBox="1">
            <a:spLocks noGrp="1"/>
          </p:cNvSpPr>
          <p:nvPr>
            <p:ph type="body" idx="1"/>
          </p:nvPr>
        </p:nvSpPr>
        <p:spPr>
          <a:xfrm>
            <a:off x="608330" y="1490345"/>
            <a:ext cx="10968990" cy="3282950"/>
          </a:xfrm>
          <a:prstGeom prst="rect">
            <a:avLst/>
          </a:prstGeom>
          <a:noFill/>
          <a:ln>
            <a:noFill/>
          </a:ln>
        </p:spPr>
        <p:txBody>
          <a:bodyPr spcFirstLastPara="1" wrap="square" lIns="90000" tIns="46800" rIns="90000" bIns="46800" anchor="t" anchorCtr="0">
            <a:normAutofit/>
          </a:bodyPr>
          <a:lstStyle/>
          <a:p>
            <a:pPr marL="914400" lvl="1" indent="-457200" algn="l" rtl="0">
              <a:lnSpc>
                <a:spcPct val="120000"/>
              </a:lnSpc>
              <a:spcBef>
                <a:spcPts val="0"/>
              </a:spcBef>
              <a:spcAft>
                <a:spcPts val="0"/>
              </a:spcAft>
              <a:buClr>
                <a:schemeClr val="dk1"/>
              </a:buClr>
              <a:buSzPts val="2800"/>
              <a:buFont typeface="Arial"/>
              <a:buChar char="•"/>
            </a:pPr>
            <a:r>
              <a:rPr lang="vi-VN"/>
              <a:t>Tóm tắt</a:t>
            </a:r>
            <a:endParaRPr/>
          </a:p>
          <a:p>
            <a:pPr marL="914400" lvl="1" indent="-457200" algn="l" rtl="0">
              <a:lnSpc>
                <a:spcPct val="120000"/>
              </a:lnSpc>
              <a:spcBef>
                <a:spcPts val="600"/>
              </a:spcBef>
              <a:spcAft>
                <a:spcPts val="0"/>
              </a:spcAft>
              <a:buClr>
                <a:schemeClr val="dk1"/>
              </a:buClr>
              <a:buSzPts val="2800"/>
              <a:buFont typeface="Arial"/>
              <a:buChar char="•"/>
            </a:pPr>
            <a:r>
              <a:rPr lang="en-US" smtClean="0"/>
              <a:t>K</a:t>
            </a:r>
            <a:r>
              <a:rPr lang="vi-VN" smtClean="0"/>
              <a:t>ết </a:t>
            </a:r>
            <a:r>
              <a:rPr lang="vi-VN"/>
              <a:t>luận cuối cùng </a:t>
            </a:r>
            <a:endParaRPr sz="2400"/>
          </a:p>
          <a:p>
            <a:pPr marL="914400" lvl="2" indent="0" algn="l" rtl="0">
              <a:lnSpc>
                <a:spcPct val="120000"/>
              </a:lnSpc>
              <a:spcBef>
                <a:spcPts val="600"/>
              </a:spcBef>
              <a:spcAft>
                <a:spcPts val="0"/>
              </a:spcAft>
              <a:buClr>
                <a:schemeClr val="dk1"/>
              </a:buClr>
              <a:buSzPts val="2400"/>
              <a:buNone/>
            </a:pPr>
            <a:r>
              <a:rPr lang="vi-VN" sz="2400"/>
              <a:t>- liệu còn gì bạn muốn người nghe ghi nhớ</a:t>
            </a:r>
            <a:endParaRPr sz="2400"/>
          </a:p>
          <a:p>
            <a:pPr marL="0" lvl="0" indent="0" algn="l" rtl="0">
              <a:lnSpc>
                <a:spcPct val="130000"/>
              </a:lnSpc>
              <a:spcBef>
                <a:spcPts val="600"/>
              </a:spcBef>
              <a:spcAft>
                <a:spcPts val="0"/>
              </a:spcAft>
              <a:buClr>
                <a:schemeClr val="dk1"/>
              </a:buClr>
              <a:buSzPts val="2400"/>
              <a:buFont typeface="Arial"/>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1000"/>
                                        <p:tgtEl>
                                          <p:spTgt spid="98"/>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childTnLst>
                                </p:cTn>
                              </p:par>
                            </p:childTnLst>
                          </p:cTn>
                        </p:par>
                        <p:par>
                          <p:cTn id="11" fill="hold">
                            <p:stCondLst>
                              <p:cond delay="1001"/>
                            </p:stCondLst>
                            <p:childTnLst>
                              <p:par>
                                <p:cTn id="12" presetID="1" presetClass="entr" presetSubtype="0" fill="hold" nodeType="afterEffect">
                                  <p:stCondLst>
                                    <p:cond delay="0"/>
                                  </p:stCondLst>
                                  <p:childTnLst>
                                    <p:set>
                                      <p:cBhvr>
                                        <p:cTn id="13" dur="1" fill="hold">
                                          <p:stCondLst>
                                            <p:cond delay="0"/>
                                          </p:stCondLst>
                                        </p:cTn>
                                        <p:tgtEl>
                                          <p:spTgt spid="99">
                                            <p:txEl>
                                              <p:pRg st="1" end="1"/>
                                            </p:txEl>
                                          </p:spTgt>
                                        </p:tgtEl>
                                        <p:attrNameLst>
                                          <p:attrName>style.visibility</p:attrName>
                                        </p:attrNameLst>
                                      </p:cBhvr>
                                      <p:to>
                                        <p:strVal val="visible"/>
                                      </p:to>
                                    </p:set>
                                  </p:childTnLst>
                                </p:cTn>
                              </p:par>
                            </p:childTnLst>
                          </p:cTn>
                        </p:par>
                        <p:par>
                          <p:cTn id="14" fill="hold">
                            <p:stCondLst>
                              <p:cond delay="1002"/>
                            </p:stCondLst>
                            <p:childTnLst>
                              <p:par>
                                <p:cTn id="15" presetID="1" presetClass="entr" presetSubtype="0" fill="hold" nodeType="afterEffect">
                                  <p:stCondLst>
                                    <p:cond delay="0"/>
                                  </p:stCondLst>
                                  <p:childTnLst>
                                    <p:set>
                                      <p:cBhvr>
                                        <p:cTn id="1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6"/>
          <p:cNvSpPr txBox="1">
            <a:spLocks noGrp="1"/>
          </p:cNvSpPr>
          <p:nvPr>
            <p:ph type="ctrTitle"/>
          </p:nvPr>
        </p:nvSpPr>
        <p:spPr>
          <a:xfrm>
            <a:off x="782955" y="353060"/>
            <a:ext cx="10396855" cy="3513455"/>
          </a:xfrm>
          <a:prstGeom prst="rect">
            <a:avLst/>
          </a:prstGeom>
          <a:noFill/>
          <a:ln>
            <a:noFill/>
          </a:ln>
        </p:spPr>
        <p:txBody>
          <a:bodyPr spcFirstLastPara="1" wrap="square" lIns="90000" tIns="46800" rIns="90000" bIns="46800" anchor="b" anchorCtr="0">
            <a:normAutofit/>
          </a:bodyPr>
          <a:lstStyle/>
          <a:p>
            <a:pPr marL="0" lvl="0" indent="0" algn="ctr" rtl="0">
              <a:lnSpc>
                <a:spcPct val="100000"/>
              </a:lnSpc>
              <a:spcBef>
                <a:spcPts val="0"/>
              </a:spcBef>
              <a:spcAft>
                <a:spcPts val="0"/>
              </a:spcAft>
              <a:buClr>
                <a:srgbClr val="986633"/>
              </a:buClr>
              <a:buSzPts val="5000"/>
              <a:buNone/>
            </a:pPr>
            <a:r>
              <a:rPr lang="vi-VN"/>
              <a:t>CẢM ƠN SỰ CHÚ Ý QUÝ VỊ</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1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7"/>
          <p:cNvSpPr txBox="1">
            <a:spLocks noGrp="1"/>
          </p:cNvSpPr>
          <p:nvPr>
            <p:ph type="body" idx="1"/>
          </p:nvPr>
        </p:nvSpPr>
        <p:spPr>
          <a:xfrm>
            <a:off x="608330" y="1490345"/>
            <a:ext cx="10968990" cy="4591685"/>
          </a:xfrm>
          <a:prstGeom prst="rect">
            <a:avLst/>
          </a:prstGeom>
          <a:noFill/>
          <a:ln>
            <a:noFill/>
          </a:ln>
        </p:spPr>
        <p:txBody>
          <a:bodyPr spcFirstLastPara="1" wrap="square" lIns="90000" tIns="46800" rIns="90000" bIns="46800" anchor="t" anchorCtr="0">
            <a:normAutofit/>
          </a:bodyPr>
          <a:lstStyle/>
          <a:p>
            <a:pPr marL="457200" lvl="1" indent="0" algn="l" rtl="0">
              <a:lnSpc>
                <a:spcPct val="120000"/>
              </a:lnSpc>
              <a:spcBef>
                <a:spcPts val="0"/>
              </a:spcBef>
              <a:spcAft>
                <a:spcPts val="0"/>
              </a:spcAft>
              <a:buClr>
                <a:srgbClr val="986633"/>
              </a:buClr>
              <a:buSzPts val="3200"/>
              <a:buNone/>
            </a:pPr>
            <a:r>
              <a:rPr lang="vi-VN" sz="3200" b="1">
                <a:solidFill>
                  <a:srgbClr val="986633"/>
                </a:solidFill>
              </a:rPr>
              <a:t>Ví dụ: sử dụng một đoạn trích dẫn khi giới thiệu Second level</a:t>
            </a:r>
            <a:endParaRPr sz="3200"/>
          </a:p>
          <a:p>
            <a:pPr marL="914400" lvl="2" indent="0" algn="l" rtl="0">
              <a:lnSpc>
                <a:spcPct val="120000"/>
              </a:lnSpc>
              <a:spcBef>
                <a:spcPts val="600"/>
              </a:spcBef>
              <a:spcAft>
                <a:spcPts val="0"/>
              </a:spcAft>
              <a:buClr>
                <a:schemeClr val="dk1"/>
              </a:buClr>
              <a:buSzPts val="2400"/>
              <a:buNone/>
            </a:pPr>
            <a:r>
              <a:rPr lang="vi-VN" sz="2400"/>
              <a:t>“Hàng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sz="2400"/>
          </a:p>
          <a:p>
            <a:pPr marL="0" lvl="0" indent="0" algn="l" rtl="0">
              <a:lnSpc>
                <a:spcPct val="130000"/>
              </a:lnSpc>
              <a:spcBef>
                <a:spcPts val="600"/>
              </a:spcBef>
              <a:spcAft>
                <a:spcPts val="0"/>
              </a:spcAft>
              <a:buClr>
                <a:schemeClr val="dk1"/>
              </a:buClr>
              <a:buSzPts val="2400"/>
              <a:buFont typeface="Arial"/>
              <a:buNone/>
            </a:pPr>
            <a:endParaRPr/>
          </a:p>
        </p:txBody>
      </p:sp>
      <p:sp>
        <p:nvSpPr>
          <p:cNvPr id="110" name="Google Shape;110;p7">
            <a:hlinkClick r:id="rId3" action="ppaction://hlinksldjump"/>
          </p:cNvPr>
          <p:cNvSpPr/>
          <p:nvPr/>
        </p:nvSpPr>
        <p:spPr>
          <a:xfrm>
            <a:off x="9059545" y="5499100"/>
            <a:ext cx="979170" cy="485775"/>
          </a:xfrm>
          <a:prstGeom prst="rightArrow">
            <a:avLst>
              <a:gd name="adj1" fmla="val 50000"/>
              <a:gd name="adj2" fmla="val 50000"/>
            </a:avLst>
          </a:prstGeom>
          <a:solidFill>
            <a:schemeClr val="accent1"/>
          </a:solidFill>
          <a:ln w="12700" cap="flat" cmpd="sng">
            <a:solidFill>
              <a:srgbClr val="2D54A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8"/>
          <p:cNvSpPr txBox="1">
            <a:spLocks noGrp="1"/>
          </p:cNvSpPr>
          <p:nvPr>
            <p:ph type="body" idx="1"/>
          </p:nvPr>
        </p:nvSpPr>
        <p:spPr>
          <a:xfrm>
            <a:off x="608330" y="354330"/>
            <a:ext cx="10968990" cy="5340350"/>
          </a:xfrm>
          <a:prstGeom prst="rect">
            <a:avLst/>
          </a:prstGeom>
          <a:noFill/>
          <a:ln>
            <a:noFill/>
          </a:ln>
        </p:spPr>
        <p:txBody>
          <a:bodyPr spcFirstLastPara="1" wrap="square" lIns="90000" tIns="46800" rIns="90000" bIns="46800" anchor="t" anchorCtr="0">
            <a:normAutofit/>
          </a:bodyPr>
          <a:lstStyle/>
          <a:p>
            <a:pPr marL="0" lvl="0" indent="0" algn="l" rtl="0">
              <a:lnSpc>
                <a:spcPct val="130000"/>
              </a:lnSpc>
              <a:spcBef>
                <a:spcPts val="0"/>
              </a:spcBef>
              <a:spcAft>
                <a:spcPts val="0"/>
              </a:spcAft>
              <a:buClr>
                <a:srgbClr val="986633"/>
              </a:buClr>
              <a:buSzPts val="3200"/>
              <a:buFont typeface="Arial"/>
              <a:buNone/>
            </a:pPr>
            <a:r>
              <a:rPr lang="vi-VN" sz="3200" b="1">
                <a:solidFill>
                  <a:srgbClr val="986633"/>
                </a:solidFill>
              </a:rPr>
              <a:t>VÍ DỤ MINH CHỨNG 1 VẤ ĐỀ</a:t>
            </a:r>
            <a:endParaRPr sz="3200" b="1">
              <a:solidFill>
                <a:srgbClr val="986633"/>
              </a:solidFill>
            </a:endParaRPr>
          </a:p>
          <a:p>
            <a:pPr marL="0" lvl="0" indent="0" algn="l" rtl="0">
              <a:lnSpc>
                <a:spcPct val="130000"/>
              </a:lnSpc>
              <a:spcBef>
                <a:spcPts val="1000"/>
              </a:spcBef>
              <a:spcAft>
                <a:spcPts val="0"/>
              </a:spcAft>
              <a:buClr>
                <a:schemeClr val="dk1"/>
              </a:buClr>
              <a:buSzPts val="2400"/>
              <a:buFont typeface="Arial"/>
              <a:buNone/>
            </a:pPr>
            <a:endParaRPr/>
          </a:p>
          <a:p>
            <a:pPr marL="0" lvl="0" indent="0" algn="l" rtl="0">
              <a:lnSpc>
                <a:spcPct val="130000"/>
              </a:lnSpc>
              <a:spcBef>
                <a:spcPts val="1000"/>
              </a:spcBef>
              <a:spcAft>
                <a:spcPts val="0"/>
              </a:spcAft>
              <a:buClr>
                <a:schemeClr val="dk1"/>
              </a:buClr>
              <a:buSzPts val="2400"/>
              <a:buFont typeface="Arial"/>
              <a:buNone/>
            </a:pPr>
            <a:r>
              <a:rPr lang="vi-VN"/>
              <a:t>Bảng thống kê kết quả năm 2020:</a:t>
            </a:r>
            <a:endParaRPr/>
          </a:p>
          <a:p>
            <a:pPr marL="0" lvl="0" indent="0" algn="l" rtl="0">
              <a:lnSpc>
                <a:spcPct val="130000"/>
              </a:lnSpc>
              <a:spcBef>
                <a:spcPts val="1000"/>
              </a:spcBef>
              <a:spcAft>
                <a:spcPts val="0"/>
              </a:spcAft>
              <a:buClr>
                <a:schemeClr val="dk1"/>
              </a:buClr>
              <a:buSzPts val="2400"/>
              <a:buFont typeface="Arial"/>
              <a:buNone/>
            </a:pPr>
            <a:endParaRPr/>
          </a:p>
          <a:p>
            <a:pPr marL="0" lvl="0" indent="0" algn="l" rtl="0">
              <a:lnSpc>
                <a:spcPct val="130000"/>
              </a:lnSpc>
              <a:spcBef>
                <a:spcPts val="1000"/>
              </a:spcBef>
              <a:spcAft>
                <a:spcPts val="0"/>
              </a:spcAft>
              <a:buClr>
                <a:schemeClr val="dk1"/>
              </a:buClr>
              <a:buSzPts val="2400"/>
              <a:buFont typeface="Arial"/>
              <a:buNone/>
            </a:pPr>
            <a:endParaRPr/>
          </a:p>
          <a:p>
            <a:pPr marL="0" lvl="0" indent="0" algn="l" rtl="0">
              <a:lnSpc>
                <a:spcPct val="130000"/>
              </a:lnSpc>
              <a:spcBef>
                <a:spcPts val="1000"/>
              </a:spcBef>
              <a:spcAft>
                <a:spcPts val="0"/>
              </a:spcAft>
              <a:buClr>
                <a:schemeClr val="dk1"/>
              </a:buClr>
              <a:buSzPts val="2400"/>
              <a:buFont typeface="Arial"/>
              <a:buNone/>
            </a:pPr>
            <a:endParaRPr/>
          </a:p>
        </p:txBody>
      </p:sp>
      <p:pic>
        <p:nvPicPr>
          <p:cNvPr id="116" name="Google Shape;116;p8" descr="Screenshot 2026-10-06 151418"/>
          <p:cNvPicPr preferRelativeResize="0"/>
          <p:nvPr/>
        </p:nvPicPr>
        <p:blipFill rotWithShape="1">
          <a:blip r:embed="rId3">
            <a:alphaModFix/>
          </a:blip>
          <a:srcRect/>
          <a:stretch/>
        </p:blipFill>
        <p:spPr>
          <a:xfrm>
            <a:off x="764540" y="2393950"/>
            <a:ext cx="6263005" cy="2258695"/>
          </a:xfrm>
          <a:prstGeom prst="rect">
            <a:avLst/>
          </a:prstGeom>
          <a:noFill/>
          <a:ln>
            <a:noFill/>
          </a:ln>
        </p:spPr>
      </p:pic>
      <p:sp>
        <p:nvSpPr>
          <p:cNvPr id="117" name="Google Shape;117;p8">
            <a:hlinkClick r:id="rId4" action="ppaction://hlinksldjump"/>
          </p:cNvPr>
          <p:cNvSpPr/>
          <p:nvPr/>
        </p:nvSpPr>
        <p:spPr>
          <a:xfrm>
            <a:off x="7842885" y="3464560"/>
            <a:ext cx="792480" cy="443230"/>
          </a:xfrm>
          <a:prstGeom prst="rightArrow">
            <a:avLst>
              <a:gd name="adj1" fmla="val 50000"/>
              <a:gd name="adj2" fmla="val 50000"/>
            </a:avLst>
          </a:prstGeom>
          <a:solidFill>
            <a:schemeClr val="accent1"/>
          </a:solidFill>
          <a:ln w="12700" cap="flat" cmpd="sng">
            <a:solidFill>
              <a:srgbClr val="2D54A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PS">
  <a:themeElements>
    <a:clrScheme name="WPS">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300</Words>
  <Application>Microsoft Office PowerPoint</Application>
  <PresentationFormat>Widescreen</PresentationFormat>
  <Paragraphs>40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Noto Sans Symbols</vt:lpstr>
      <vt:lpstr>Times New Roman</vt:lpstr>
      <vt:lpstr>WPS</vt:lpstr>
      <vt:lpstr>BỐ CỤC MỘT BÀI THUYẾT TRÌNH</vt:lpstr>
      <vt:lpstr>Giới thiệu</vt:lpstr>
      <vt:lpstr>PHẦN MỞ ĐẦU</vt:lpstr>
      <vt:lpstr>PHẦN CHÍNH</vt:lpstr>
      <vt:lpstr>PHẦN KẾT</vt:lpstr>
      <vt:lpstr>CẢM ƠN SỰ CHÚ Ý QUÝ VỊ</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BỐ CỤC MỘT BÀI THUYẾT TRÌNH</dc:title>
  <dc:creator>VICTUS</dc:creator>
  <cp:lastModifiedBy>student</cp:lastModifiedBy>
  <cp:revision>3</cp:revision>
  <dcterms:created xsi:type="dcterms:W3CDTF">2026-10-02T12:49:00Z</dcterms:created>
  <dcterms:modified xsi:type="dcterms:W3CDTF">2026-10-09T00:42:00Z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9DFE64E4EC984017B4B3C282F0DBE80C_11</vt:lpwstr>
  </property>
</Properties>
</file>